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756775" cy="4751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3F5D"/>
    <a:srgbClr val="1C48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29" autoAdjust="0"/>
    <p:restoredTop sz="94660"/>
  </p:normalViewPr>
  <p:slideViewPr>
    <p:cSldViewPr snapToGrid="0">
      <p:cViewPr>
        <p:scale>
          <a:sx n="125" d="100"/>
          <a:sy n="125" d="100"/>
        </p:scale>
        <p:origin x="288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597" y="777600"/>
            <a:ext cx="7317581" cy="1654187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597" y="2495579"/>
            <a:ext cx="7317581" cy="1147152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48" indent="0" algn="ctr">
              <a:buNone/>
              <a:defRPr sz="1386"/>
            </a:lvl2pPr>
            <a:lvl3pPr marL="633496" indent="0" algn="ctr">
              <a:buNone/>
              <a:defRPr sz="1247"/>
            </a:lvl3pPr>
            <a:lvl4pPr marL="950244" indent="0" algn="ctr">
              <a:buNone/>
              <a:defRPr sz="1108"/>
            </a:lvl4pPr>
            <a:lvl5pPr marL="1266993" indent="0" algn="ctr">
              <a:buNone/>
              <a:defRPr sz="1108"/>
            </a:lvl5pPr>
            <a:lvl6pPr marL="1583741" indent="0" algn="ctr">
              <a:buNone/>
              <a:defRPr sz="1108"/>
            </a:lvl6pPr>
            <a:lvl7pPr marL="1900489" indent="0" algn="ctr">
              <a:buNone/>
              <a:defRPr sz="1108"/>
            </a:lvl7pPr>
            <a:lvl8pPr marL="2217237" indent="0" algn="ctr">
              <a:buNone/>
              <a:defRPr sz="1108"/>
            </a:lvl8pPr>
            <a:lvl9pPr marL="2533985" indent="0" algn="ctr">
              <a:buNone/>
              <a:defRPr sz="11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4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1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697" y="1184548"/>
            <a:ext cx="8415218" cy="1976445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697" y="3179691"/>
            <a:ext cx="8415218" cy="1039366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82000"/>
                  </a:schemeClr>
                </a:solidFill>
              </a:defRPr>
            </a:lvl1pPr>
            <a:lvl2pPr marL="316748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2pPr>
            <a:lvl3pPr marL="633496" indent="0">
              <a:buNone/>
              <a:defRPr sz="1247">
                <a:solidFill>
                  <a:schemeClr val="tx1">
                    <a:tint val="82000"/>
                  </a:schemeClr>
                </a:solidFill>
              </a:defRPr>
            </a:lvl3pPr>
            <a:lvl4pPr marL="950244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4pPr>
            <a:lvl5pPr marL="1266993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5pPr>
            <a:lvl6pPr marL="1583741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6pPr>
            <a:lvl7pPr marL="1900489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7pPr>
            <a:lvl8pPr marL="2217237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8pPr>
            <a:lvl9pPr marL="2533985" indent="0">
              <a:buNone/>
              <a:defRPr sz="11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778" y="1264837"/>
            <a:ext cx="4146629" cy="3014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9368" y="1264837"/>
            <a:ext cx="4146629" cy="3014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2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252968"/>
            <a:ext cx="8415218" cy="9183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9" y="1164750"/>
            <a:ext cx="4127573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9" y="1735576"/>
            <a:ext cx="4127573" cy="2552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9367" y="1164750"/>
            <a:ext cx="4147900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9367" y="1735576"/>
            <a:ext cx="4147900" cy="2552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2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0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316759"/>
            <a:ext cx="3146814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900" y="684112"/>
            <a:ext cx="4939367" cy="337656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1425417"/>
            <a:ext cx="3146814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5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316759"/>
            <a:ext cx="3146814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7900" y="684112"/>
            <a:ext cx="4939367" cy="337656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48" indent="0">
              <a:buNone/>
              <a:defRPr sz="1940"/>
            </a:lvl2pPr>
            <a:lvl3pPr marL="633496" indent="0">
              <a:buNone/>
              <a:defRPr sz="1663"/>
            </a:lvl3pPr>
            <a:lvl4pPr marL="950244" indent="0">
              <a:buNone/>
              <a:defRPr sz="1386"/>
            </a:lvl4pPr>
            <a:lvl5pPr marL="1266993" indent="0">
              <a:buNone/>
              <a:defRPr sz="1386"/>
            </a:lvl5pPr>
            <a:lvl6pPr marL="1583741" indent="0">
              <a:buNone/>
              <a:defRPr sz="1386"/>
            </a:lvl6pPr>
            <a:lvl7pPr marL="1900489" indent="0">
              <a:buNone/>
              <a:defRPr sz="1386"/>
            </a:lvl7pPr>
            <a:lvl8pPr marL="2217237" indent="0">
              <a:buNone/>
              <a:defRPr sz="1386"/>
            </a:lvl8pPr>
            <a:lvl9pPr marL="2533985" indent="0">
              <a:buNone/>
              <a:defRPr sz="138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1425417"/>
            <a:ext cx="3146814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7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0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2192" y="252967"/>
            <a:ext cx="2103805" cy="40265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778" y="252967"/>
            <a:ext cx="6189454" cy="40265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4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779" y="252968"/>
            <a:ext cx="8415218" cy="918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79" y="1264837"/>
            <a:ext cx="8415218" cy="301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778" y="4403833"/>
            <a:ext cx="2195274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F50FF-AC9F-4A06-96BA-C4BB450CADDD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932" y="4403833"/>
            <a:ext cx="3292912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0723" y="4403833"/>
            <a:ext cx="2195274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309C3-E90E-4A7E-A50D-9278892B0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9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33496" rtl="0" eaLnBrk="1" latinLnBrk="0" hangingPunct="1">
        <a:lnSpc>
          <a:spcPct val="90000"/>
        </a:lnSpc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74" indent="-158374" algn="l" defTabSz="633496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22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870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61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367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115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8863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611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35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48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496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244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993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741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489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237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3985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4871"/>
            </a:gs>
            <a:gs pos="100000">
              <a:srgbClr val="4E3F5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oster of a movie&#10;&#10;AI-generated content may be incorrect.">
            <a:extLst>
              <a:ext uri="{FF2B5EF4-FFF2-40B4-BE49-F238E27FC236}">
                <a16:creationId xmlns:a16="http://schemas.microsoft.com/office/drawing/2014/main" id="{47ACE806-A033-2C90-7970-9C3EE9C58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536" y="3675643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Picture 6" descr="A cover of a video game&#10;&#10;AI-generated content may be incorrect.">
            <a:extLst>
              <a:ext uri="{FF2B5EF4-FFF2-40B4-BE49-F238E27FC236}">
                <a16:creationId xmlns:a16="http://schemas.microsoft.com/office/drawing/2014/main" id="{A26D0016-AB4E-412A-EE29-FAB733A3D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034" y="1065857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9" name="Picture 8" descr="A person in armor holding two swords&#10;&#10;AI-generated content may be incorrect.">
            <a:extLst>
              <a:ext uri="{FF2B5EF4-FFF2-40B4-BE49-F238E27FC236}">
                <a16:creationId xmlns:a16="http://schemas.microsoft.com/office/drawing/2014/main" id="{EE61B639-AE1E-5845-B684-652D34770D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034" y="-1543931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" name="Picture 10" descr="A video game cover with people and a giant statue&#10;&#10;AI-generated content may be incorrect.">
            <a:extLst>
              <a:ext uri="{FF2B5EF4-FFF2-40B4-BE49-F238E27FC236}">
                <a16:creationId xmlns:a16="http://schemas.microsoft.com/office/drawing/2014/main" id="{6AF97259-21D2-21D8-2C38-2D8A0C3D48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562" y="3675643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3" name="Picture 12" descr="A video game cover with a person standing on a cliff&#10;&#10;AI-generated content may be incorrect.">
            <a:extLst>
              <a:ext uri="{FF2B5EF4-FFF2-40B4-BE49-F238E27FC236}">
                <a16:creationId xmlns:a16="http://schemas.microsoft.com/office/drawing/2014/main" id="{D9177378-F235-6B0A-99B4-8F412120DC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562" y="1065857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5" name="Picture 14" descr="A poster of a video game&#10;&#10;AI-generated content may be incorrect.">
            <a:extLst>
              <a:ext uri="{FF2B5EF4-FFF2-40B4-BE49-F238E27FC236}">
                <a16:creationId xmlns:a16="http://schemas.microsoft.com/office/drawing/2014/main" id="{75662245-C4B8-B071-64DE-2B2EDD9C01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386" y="-1543931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7" name="Picture 16" descr="A person holding an object&#10;&#10;AI-generated content may be incorrect.">
            <a:extLst>
              <a:ext uri="{FF2B5EF4-FFF2-40B4-BE49-F238E27FC236}">
                <a16:creationId xmlns:a16="http://schemas.microsoft.com/office/drawing/2014/main" id="{96B16E80-AFCA-7A8A-2D8A-253A9B9CCF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3002" y="3675644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9" name="Picture 18" descr="A video game cover with a cartoon character standing on a rock&#10;&#10;AI-generated content may be incorrect.">
            <a:extLst>
              <a:ext uri="{FF2B5EF4-FFF2-40B4-BE49-F238E27FC236}">
                <a16:creationId xmlns:a16="http://schemas.microsoft.com/office/drawing/2014/main" id="{5142F269-C8B4-BF12-C6FF-E41861E4C6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3002" y="1065857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1" name="Picture 20" descr="A video game cover with a person with long hair&#10;&#10;AI-generated content may be incorrect.">
            <a:extLst>
              <a:ext uri="{FF2B5EF4-FFF2-40B4-BE49-F238E27FC236}">
                <a16:creationId xmlns:a16="http://schemas.microsoft.com/office/drawing/2014/main" id="{4C4FD1AD-5271-15A6-8F80-75140332C9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3002" y="-1543931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9" name="Picture 28" descr="A close-up of hands holding each other&#10;&#10;AI-generated content may be incorrect.">
            <a:extLst>
              <a:ext uri="{FF2B5EF4-FFF2-40B4-BE49-F238E27FC236}">
                <a16:creationId xmlns:a16="http://schemas.microsoft.com/office/drawing/2014/main" id="{C516F8AD-9CCF-E220-90F1-47B1FB5DD7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260" y="3910095"/>
            <a:ext cx="1587650" cy="2381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1" name="Picture 30" descr="A person with her hands on her head&#10;&#10;AI-generated content may be incorrect.">
            <a:extLst>
              <a:ext uri="{FF2B5EF4-FFF2-40B4-BE49-F238E27FC236}">
                <a16:creationId xmlns:a16="http://schemas.microsoft.com/office/drawing/2014/main" id="{D86F70FA-F780-E9E9-72ED-72F4E01B88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586" y="1294166"/>
            <a:ext cx="1587650" cy="2381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3" name="Picture 32" descr="A person in a white suit holding a pipe&#10;&#10;AI-generated content may be incorrect.">
            <a:extLst>
              <a:ext uri="{FF2B5EF4-FFF2-40B4-BE49-F238E27FC236}">
                <a16:creationId xmlns:a16="http://schemas.microsoft.com/office/drawing/2014/main" id="{FA9578BA-4C32-24E1-AAF7-685E0D8D22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260" y="-1321763"/>
            <a:ext cx="1587650" cy="2381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5" name="Picture 34" descr="A cartoon of a child&#10;&#10;AI-generated content may be incorrect.">
            <a:extLst>
              <a:ext uri="{FF2B5EF4-FFF2-40B4-BE49-F238E27FC236}">
                <a16:creationId xmlns:a16="http://schemas.microsoft.com/office/drawing/2014/main" id="{6ECF9D86-BA17-C649-A444-59BF7F44A5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286" y="3910097"/>
            <a:ext cx="1587650" cy="2381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7" name="Picture 36" descr="A person in a garment&#10;&#10;AI-generated content may be incorrect.">
            <a:extLst>
              <a:ext uri="{FF2B5EF4-FFF2-40B4-BE49-F238E27FC236}">
                <a16:creationId xmlns:a16="http://schemas.microsoft.com/office/drawing/2014/main" id="{4EE20656-E1FC-A119-AFD5-C71C1A91E53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286" y="1294167"/>
            <a:ext cx="1587650" cy="2381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9" name="Picture 38" descr="A person and person hugging each other&#10;&#10;AI-generated content may be incorrect.">
            <a:extLst>
              <a:ext uri="{FF2B5EF4-FFF2-40B4-BE49-F238E27FC236}">
                <a16:creationId xmlns:a16="http://schemas.microsoft.com/office/drawing/2014/main" id="{2DD1EC45-AAE4-2676-EE0D-D8D752793DD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286" y="-1321763"/>
            <a:ext cx="1587650" cy="23814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7" name="Picture 46" descr="A cartoon of a person with a bald head and text&#10;&#10;AI-generated content may be incorrect.">
            <a:extLst>
              <a:ext uri="{FF2B5EF4-FFF2-40B4-BE49-F238E27FC236}">
                <a16:creationId xmlns:a16="http://schemas.microsoft.com/office/drawing/2014/main" id="{3FE16B4E-7E10-4371-4905-7A7F3C39000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838" y="4140141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9" name="Picture 48" descr="A cartoon character with a cat and a person in the air&#10;&#10;AI-generated content may be incorrect.">
            <a:extLst>
              <a:ext uri="{FF2B5EF4-FFF2-40B4-BE49-F238E27FC236}">
                <a16:creationId xmlns:a16="http://schemas.microsoft.com/office/drawing/2014/main" id="{DFD72871-A8F6-CCD1-49CB-F499FBC9A5C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486" y="1528622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1" name="Picture 50" descr="A cartoon of a group of people&#10;&#10;AI-generated content may be incorrect.">
            <a:extLst>
              <a:ext uri="{FF2B5EF4-FFF2-40B4-BE49-F238E27FC236}">
                <a16:creationId xmlns:a16="http://schemas.microsoft.com/office/drawing/2014/main" id="{72C58616-5968-04A9-5EA1-257529463FF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486" y="-1087308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3" name="Picture 52" descr="A poster of a cartoon character&#10;&#10;AI-generated content may be incorrect.">
            <a:extLst>
              <a:ext uri="{FF2B5EF4-FFF2-40B4-BE49-F238E27FC236}">
                <a16:creationId xmlns:a16="http://schemas.microsoft.com/office/drawing/2014/main" id="{81757D1C-7972-6EF5-6C7F-BE11CBE5192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98" y="4140142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5" name="Picture 54" descr="A person holding a mask&#10;&#10;AI-generated content may be incorrect.">
            <a:extLst>
              <a:ext uri="{FF2B5EF4-FFF2-40B4-BE49-F238E27FC236}">
                <a16:creationId xmlns:a16="http://schemas.microsoft.com/office/drawing/2014/main" id="{B19827B2-0C7F-EC7B-326E-5FC066B10DC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98" y="-1086192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57" name="Picture 56" descr="A person and person standing in a field&#10;&#10;AI-generated content may be incorrect.">
            <a:extLst>
              <a:ext uri="{FF2B5EF4-FFF2-40B4-BE49-F238E27FC236}">
                <a16:creationId xmlns:a16="http://schemas.microsoft.com/office/drawing/2014/main" id="{9A78685D-891A-CB44-C38A-A7BB7CC6A06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98" y="1528623"/>
            <a:ext cx="1587650" cy="2381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01445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55C8E99-9CAD-5C5E-946A-C60042329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07" y="478931"/>
            <a:ext cx="2153466" cy="4614306"/>
          </a:xfrm>
          <a:prstGeom prst="rect">
            <a:avLst/>
          </a:prstGeom>
        </p:spPr>
      </p:pic>
      <p:pic>
        <p:nvPicPr>
          <p:cNvPr id="7" name="Picture 6" descr="A screen shot of a phone&#10;&#10;AI-generated content may be incorrect.">
            <a:extLst>
              <a:ext uri="{FF2B5EF4-FFF2-40B4-BE49-F238E27FC236}">
                <a16:creationId xmlns:a16="http://schemas.microsoft.com/office/drawing/2014/main" id="{75CCDBD2-937A-0044-3661-2F1800C91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998" y="1227519"/>
            <a:ext cx="2216262" cy="4748861"/>
          </a:xfrm>
          <a:prstGeom prst="rect">
            <a:avLst/>
          </a:prstGeom>
        </p:spPr>
      </p:pic>
      <p:pic>
        <p:nvPicPr>
          <p:cNvPr id="13" name="Picture 12" descr="A video game controller with a screen&#10;&#10;AI-generated content may be incorrect.">
            <a:extLst>
              <a:ext uri="{FF2B5EF4-FFF2-40B4-BE49-F238E27FC236}">
                <a16:creationId xmlns:a16="http://schemas.microsoft.com/office/drawing/2014/main" id="{694B5D9A-C1CF-FCC4-E499-FB48288E6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451" y="231066"/>
            <a:ext cx="2491132" cy="19929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F2474A-B882-E8B2-D9DC-5A6907CF9CE8}"/>
              </a:ext>
            </a:extLst>
          </p:cNvPr>
          <p:cNvSpPr txBox="1"/>
          <p:nvPr/>
        </p:nvSpPr>
        <p:spPr>
          <a:xfrm>
            <a:off x="4506318" y="2527417"/>
            <a:ext cx="44953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OMNIRATE</a:t>
            </a:r>
            <a:endParaRPr lang="en-US" sz="6000" b="1" dirty="0">
              <a:ln w="38100">
                <a:solidFill>
                  <a:schemeClr val="tx1"/>
                </a:solidFill>
              </a:ln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52A04182-9348-BF56-FAEA-351B56FD7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884" y="3596992"/>
            <a:ext cx="49822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Discover, track, and rate your favorite media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in one app.</a:t>
            </a:r>
            <a:endParaRPr lang="en-US" alt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15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Kareem Nashef</dc:creator>
  <cp:lastModifiedBy>Kareem Nashef</cp:lastModifiedBy>
  <cp:revision>2</cp:revision>
  <dcterms:created xsi:type="dcterms:W3CDTF">2025-07-02T08:43:08Z</dcterms:created>
  <dcterms:modified xsi:type="dcterms:W3CDTF">2025-07-02T09:36:58Z</dcterms:modified>
</cp:coreProperties>
</file>