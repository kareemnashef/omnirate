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756775" cy="47513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3F5D"/>
    <a:srgbClr val="1C48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29" autoAdjust="0"/>
    <p:restoredTop sz="94660"/>
  </p:normalViewPr>
  <p:slideViewPr>
    <p:cSldViewPr snapToGrid="0">
      <p:cViewPr>
        <p:scale>
          <a:sx n="125" d="100"/>
          <a:sy n="125" d="100"/>
        </p:scale>
        <p:origin x="2880" y="14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9597" y="777600"/>
            <a:ext cx="7317581" cy="1654187"/>
          </a:xfrm>
        </p:spPr>
        <p:txBody>
          <a:bodyPr anchor="b"/>
          <a:lstStyle>
            <a:lvl1pPr algn="ctr">
              <a:defRPr sz="415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9597" y="2495579"/>
            <a:ext cx="7317581" cy="1147152"/>
          </a:xfrm>
        </p:spPr>
        <p:txBody>
          <a:bodyPr/>
          <a:lstStyle>
            <a:lvl1pPr marL="0" indent="0" algn="ctr">
              <a:buNone/>
              <a:defRPr sz="1663"/>
            </a:lvl1pPr>
            <a:lvl2pPr marL="316748" indent="0" algn="ctr">
              <a:buNone/>
              <a:defRPr sz="1386"/>
            </a:lvl2pPr>
            <a:lvl3pPr marL="633496" indent="0" algn="ctr">
              <a:buNone/>
              <a:defRPr sz="1247"/>
            </a:lvl3pPr>
            <a:lvl4pPr marL="950244" indent="0" algn="ctr">
              <a:buNone/>
              <a:defRPr sz="1108"/>
            </a:lvl4pPr>
            <a:lvl5pPr marL="1266993" indent="0" algn="ctr">
              <a:buNone/>
              <a:defRPr sz="1108"/>
            </a:lvl5pPr>
            <a:lvl6pPr marL="1583741" indent="0" algn="ctr">
              <a:buNone/>
              <a:defRPr sz="1108"/>
            </a:lvl6pPr>
            <a:lvl7pPr marL="1900489" indent="0" algn="ctr">
              <a:buNone/>
              <a:defRPr sz="1108"/>
            </a:lvl7pPr>
            <a:lvl8pPr marL="2217237" indent="0" algn="ctr">
              <a:buNone/>
              <a:defRPr sz="1108"/>
            </a:lvl8pPr>
            <a:lvl9pPr marL="2533985" indent="0" algn="ctr">
              <a:buNone/>
              <a:defRPr sz="110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F50FF-AC9F-4A06-96BA-C4BB450CADDD}" type="datetimeFigureOut">
              <a:rPr lang="en-US" smtClean="0"/>
              <a:t>7/5/2025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09C3-E90E-4A7E-A50D-9278892B08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9494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F50FF-AC9F-4A06-96BA-C4BB450CADDD}" type="datetimeFigureOut">
              <a:rPr lang="en-US" smtClean="0"/>
              <a:t>7/5/2025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09C3-E90E-4A7E-A50D-9278892B08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113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5697" y="1184548"/>
            <a:ext cx="8415218" cy="1976445"/>
          </a:xfrm>
        </p:spPr>
        <p:txBody>
          <a:bodyPr anchor="b"/>
          <a:lstStyle>
            <a:lvl1pPr>
              <a:defRPr sz="415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5697" y="3179691"/>
            <a:ext cx="8415218" cy="1039366"/>
          </a:xfrm>
        </p:spPr>
        <p:txBody>
          <a:bodyPr/>
          <a:lstStyle>
            <a:lvl1pPr marL="0" indent="0">
              <a:buNone/>
              <a:defRPr sz="1663">
                <a:solidFill>
                  <a:schemeClr val="tx1">
                    <a:tint val="82000"/>
                  </a:schemeClr>
                </a:solidFill>
              </a:defRPr>
            </a:lvl1pPr>
            <a:lvl2pPr marL="316748" indent="0">
              <a:buNone/>
              <a:defRPr sz="1386">
                <a:solidFill>
                  <a:schemeClr val="tx1">
                    <a:tint val="82000"/>
                  </a:schemeClr>
                </a:solidFill>
              </a:defRPr>
            </a:lvl2pPr>
            <a:lvl3pPr marL="633496" indent="0">
              <a:buNone/>
              <a:defRPr sz="1247">
                <a:solidFill>
                  <a:schemeClr val="tx1">
                    <a:tint val="82000"/>
                  </a:schemeClr>
                </a:solidFill>
              </a:defRPr>
            </a:lvl3pPr>
            <a:lvl4pPr marL="950244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4pPr>
            <a:lvl5pPr marL="1266993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5pPr>
            <a:lvl6pPr marL="1583741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6pPr>
            <a:lvl7pPr marL="1900489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7pPr>
            <a:lvl8pPr marL="2217237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8pPr>
            <a:lvl9pPr marL="2533985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F50FF-AC9F-4A06-96BA-C4BB450CADDD}" type="datetimeFigureOut">
              <a:rPr lang="en-US" smtClean="0"/>
              <a:t>7/5/2025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09C3-E90E-4A7E-A50D-9278892B08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001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0778" y="1264837"/>
            <a:ext cx="4146629" cy="3014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39368" y="1264837"/>
            <a:ext cx="4146629" cy="3014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F50FF-AC9F-4A06-96BA-C4BB450CADDD}" type="datetimeFigureOut">
              <a:rPr lang="en-US" smtClean="0"/>
              <a:t>7/5/2025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09C3-E90E-4A7E-A50D-9278892B08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223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2049" y="252968"/>
            <a:ext cx="8415218" cy="91838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2049" y="1164750"/>
            <a:ext cx="4127573" cy="570826"/>
          </a:xfrm>
        </p:spPr>
        <p:txBody>
          <a:bodyPr anchor="b"/>
          <a:lstStyle>
            <a:lvl1pPr marL="0" indent="0">
              <a:buNone/>
              <a:defRPr sz="1663" b="1"/>
            </a:lvl1pPr>
            <a:lvl2pPr marL="316748" indent="0">
              <a:buNone/>
              <a:defRPr sz="1386" b="1"/>
            </a:lvl2pPr>
            <a:lvl3pPr marL="633496" indent="0">
              <a:buNone/>
              <a:defRPr sz="1247" b="1"/>
            </a:lvl3pPr>
            <a:lvl4pPr marL="950244" indent="0">
              <a:buNone/>
              <a:defRPr sz="1108" b="1"/>
            </a:lvl4pPr>
            <a:lvl5pPr marL="1266993" indent="0">
              <a:buNone/>
              <a:defRPr sz="1108" b="1"/>
            </a:lvl5pPr>
            <a:lvl6pPr marL="1583741" indent="0">
              <a:buNone/>
              <a:defRPr sz="1108" b="1"/>
            </a:lvl6pPr>
            <a:lvl7pPr marL="1900489" indent="0">
              <a:buNone/>
              <a:defRPr sz="1108" b="1"/>
            </a:lvl7pPr>
            <a:lvl8pPr marL="2217237" indent="0">
              <a:buNone/>
              <a:defRPr sz="1108" b="1"/>
            </a:lvl8pPr>
            <a:lvl9pPr marL="2533985" indent="0">
              <a:buNone/>
              <a:defRPr sz="110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2049" y="1735576"/>
            <a:ext cx="4127573" cy="2552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39367" y="1164750"/>
            <a:ext cx="4147900" cy="570826"/>
          </a:xfrm>
        </p:spPr>
        <p:txBody>
          <a:bodyPr anchor="b"/>
          <a:lstStyle>
            <a:lvl1pPr marL="0" indent="0">
              <a:buNone/>
              <a:defRPr sz="1663" b="1"/>
            </a:lvl1pPr>
            <a:lvl2pPr marL="316748" indent="0">
              <a:buNone/>
              <a:defRPr sz="1386" b="1"/>
            </a:lvl2pPr>
            <a:lvl3pPr marL="633496" indent="0">
              <a:buNone/>
              <a:defRPr sz="1247" b="1"/>
            </a:lvl3pPr>
            <a:lvl4pPr marL="950244" indent="0">
              <a:buNone/>
              <a:defRPr sz="1108" b="1"/>
            </a:lvl4pPr>
            <a:lvl5pPr marL="1266993" indent="0">
              <a:buNone/>
              <a:defRPr sz="1108" b="1"/>
            </a:lvl5pPr>
            <a:lvl6pPr marL="1583741" indent="0">
              <a:buNone/>
              <a:defRPr sz="1108" b="1"/>
            </a:lvl6pPr>
            <a:lvl7pPr marL="1900489" indent="0">
              <a:buNone/>
              <a:defRPr sz="1108" b="1"/>
            </a:lvl7pPr>
            <a:lvl8pPr marL="2217237" indent="0">
              <a:buNone/>
              <a:defRPr sz="1108" b="1"/>
            </a:lvl8pPr>
            <a:lvl9pPr marL="2533985" indent="0">
              <a:buNone/>
              <a:defRPr sz="110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39367" y="1735576"/>
            <a:ext cx="4147900" cy="2552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F50FF-AC9F-4A06-96BA-C4BB450CADDD}" type="datetimeFigureOut">
              <a:rPr lang="en-US" smtClean="0"/>
              <a:t>7/5/2025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09C3-E90E-4A7E-A50D-9278892B08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622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F50FF-AC9F-4A06-96BA-C4BB450CADDD}" type="datetimeFigureOut">
              <a:rPr lang="en-US" smtClean="0"/>
              <a:t>7/5/2025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09C3-E90E-4A7E-A50D-9278892B08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905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F50FF-AC9F-4A06-96BA-C4BB450CADDD}" type="datetimeFigureOut">
              <a:rPr lang="en-US" smtClean="0"/>
              <a:t>7/5/2025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09C3-E90E-4A7E-A50D-9278892B08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76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2049" y="316759"/>
            <a:ext cx="3146814" cy="1108657"/>
          </a:xfrm>
        </p:spPr>
        <p:txBody>
          <a:bodyPr anchor="b"/>
          <a:lstStyle>
            <a:lvl1pPr>
              <a:defRPr sz="22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47900" y="684112"/>
            <a:ext cx="4939367" cy="3376565"/>
          </a:xfrm>
        </p:spPr>
        <p:txBody>
          <a:bodyPr/>
          <a:lstStyle>
            <a:lvl1pPr>
              <a:defRPr sz="2217"/>
            </a:lvl1pPr>
            <a:lvl2pPr>
              <a:defRPr sz="1940"/>
            </a:lvl2pPr>
            <a:lvl3pPr>
              <a:defRPr sz="1663"/>
            </a:lvl3pPr>
            <a:lvl4pPr>
              <a:defRPr sz="1386"/>
            </a:lvl4pPr>
            <a:lvl5pPr>
              <a:defRPr sz="1386"/>
            </a:lvl5pPr>
            <a:lvl6pPr>
              <a:defRPr sz="1386"/>
            </a:lvl6pPr>
            <a:lvl7pPr>
              <a:defRPr sz="1386"/>
            </a:lvl7pPr>
            <a:lvl8pPr>
              <a:defRPr sz="1386"/>
            </a:lvl8pPr>
            <a:lvl9pPr>
              <a:defRPr sz="138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2049" y="1425417"/>
            <a:ext cx="3146814" cy="2640760"/>
          </a:xfrm>
        </p:spPr>
        <p:txBody>
          <a:bodyPr/>
          <a:lstStyle>
            <a:lvl1pPr marL="0" indent="0">
              <a:buNone/>
              <a:defRPr sz="1108"/>
            </a:lvl1pPr>
            <a:lvl2pPr marL="316748" indent="0">
              <a:buNone/>
              <a:defRPr sz="970"/>
            </a:lvl2pPr>
            <a:lvl3pPr marL="633496" indent="0">
              <a:buNone/>
              <a:defRPr sz="831"/>
            </a:lvl3pPr>
            <a:lvl4pPr marL="950244" indent="0">
              <a:buNone/>
              <a:defRPr sz="693"/>
            </a:lvl4pPr>
            <a:lvl5pPr marL="1266993" indent="0">
              <a:buNone/>
              <a:defRPr sz="693"/>
            </a:lvl5pPr>
            <a:lvl6pPr marL="1583741" indent="0">
              <a:buNone/>
              <a:defRPr sz="693"/>
            </a:lvl6pPr>
            <a:lvl7pPr marL="1900489" indent="0">
              <a:buNone/>
              <a:defRPr sz="693"/>
            </a:lvl7pPr>
            <a:lvl8pPr marL="2217237" indent="0">
              <a:buNone/>
              <a:defRPr sz="693"/>
            </a:lvl8pPr>
            <a:lvl9pPr marL="2533985" indent="0">
              <a:buNone/>
              <a:defRPr sz="69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F50FF-AC9F-4A06-96BA-C4BB450CADDD}" type="datetimeFigureOut">
              <a:rPr lang="en-US" smtClean="0"/>
              <a:t>7/5/2025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09C3-E90E-4A7E-A50D-9278892B08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054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2049" y="316759"/>
            <a:ext cx="3146814" cy="1108657"/>
          </a:xfrm>
        </p:spPr>
        <p:txBody>
          <a:bodyPr anchor="b"/>
          <a:lstStyle>
            <a:lvl1pPr>
              <a:defRPr sz="22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7900" y="684112"/>
            <a:ext cx="4939367" cy="3376565"/>
          </a:xfrm>
        </p:spPr>
        <p:txBody>
          <a:bodyPr anchor="t"/>
          <a:lstStyle>
            <a:lvl1pPr marL="0" indent="0">
              <a:buNone/>
              <a:defRPr sz="2217"/>
            </a:lvl1pPr>
            <a:lvl2pPr marL="316748" indent="0">
              <a:buNone/>
              <a:defRPr sz="1940"/>
            </a:lvl2pPr>
            <a:lvl3pPr marL="633496" indent="0">
              <a:buNone/>
              <a:defRPr sz="1663"/>
            </a:lvl3pPr>
            <a:lvl4pPr marL="950244" indent="0">
              <a:buNone/>
              <a:defRPr sz="1386"/>
            </a:lvl4pPr>
            <a:lvl5pPr marL="1266993" indent="0">
              <a:buNone/>
              <a:defRPr sz="1386"/>
            </a:lvl5pPr>
            <a:lvl6pPr marL="1583741" indent="0">
              <a:buNone/>
              <a:defRPr sz="1386"/>
            </a:lvl6pPr>
            <a:lvl7pPr marL="1900489" indent="0">
              <a:buNone/>
              <a:defRPr sz="1386"/>
            </a:lvl7pPr>
            <a:lvl8pPr marL="2217237" indent="0">
              <a:buNone/>
              <a:defRPr sz="1386"/>
            </a:lvl8pPr>
            <a:lvl9pPr marL="2533985" indent="0">
              <a:buNone/>
              <a:defRPr sz="138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2049" y="1425417"/>
            <a:ext cx="3146814" cy="2640760"/>
          </a:xfrm>
        </p:spPr>
        <p:txBody>
          <a:bodyPr/>
          <a:lstStyle>
            <a:lvl1pPr marL="0" indent="0">
              <a:buNone/>
              <a:defRPr sz="1108"/>
            </a:lvl1pPr>
            <a:lvl2pPr marL="316748" indent="0">
              <a:buNone/>
              <a:defRPr sz="970"/>
            </a:lvl2pPr>
            <a:lvl3pPr marL="633496" indent="0">
              <a:buNone/>
              <a:defRPr sz="831"/>
            </a:lvl3pPr>
            <a:lvl4pPr marL="950244" indent="0">
              <a:buNone/>
              <a:defRPr sz="693"/>
            </a:lvl4pPr>
            <a:lvl5pPr marL="1266993" indent="0">
              <a:buNone/>
              <a:defRPr sz="693"/>
            </a:lvl5pPr>
            <a:lvl6pPr marL="1583741" indent="0">
              <a:buNone/>
              <a:defRPr sz="693"/>
            </a:lvl6pPr>
            <a:lvl7pPr marL="1900489" indent="0">
              <a:buNone/>
              <a:defRPr sz="693"/>
            </a:lvl7pPr>
            <a:lvl8pPr marL="2217237" indent="0">
              <a:buNone/>
              <a:defRPr sz="693"/>
            </a:lvl8pPr>
            <a:lvl9pPr marL="2533985" indent="0">
              <a:buNone/>
              <a:defRPr sz="69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F50FF-AC9F-4A06-96BA-C4BB450CADDD}" type="datetimeFigureOut">
              <a:rPr lang="en-US" smtClean="0"/>
              <a:t>7/5/2025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09C3-E90E-4A7E-A50D-9278892B08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474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F50FF-AC9F-4A06-96BA-C4BB450CADDD}" type="datetimeFigureOut">
              <a:rPr lang="en-US" smtClean="0"/>
              <a:t>7/5/2025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09C3-E90E-4A7E-A50D-9278892B08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001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82192" y="252967"/>
            <a:ext cx="2103805" cy="402658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0778" y="252967"/>
            <a:ext cx="6189454" cy="40265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F50FF-AC9F-4A06-96BA-C4BB450CADDD}" type="datetimeFigureOut">
              <a:rPr lang="en-US" smtClean="0"/>
              <a:t>7/5/2025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309C3-E90E-4A7E-A50D-9278892B08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246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0779" y="252968"/>
            <a:ext cx="8415218" cy="9183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0779" y="1264837"/>
            <a:ext cx="8415218" cy="3014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70778" y="4403833"/>
            <a:ext cx="2195274" cy="252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AF50FF-AC9F-4A06-96BA-C4BB450CADDD}" type="datetimeFigureOut">
              <a:rPr lang="en-US" smtClean="0"/>
              <a:t>7/5/2025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31932" y="4403833"/>
            <a:ext cx="3292912" cy="252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90723" y="4403833"/>
            <a:ext cx="2195274" cy="252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6309C3-E90E-4A7E-A50D-9278892B08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895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33496" rtl="0" eaLnBrk="1" latinLnBrk="0" hangingPunct="1">
        <a:lnSpc>
          <a:spcPct val="90000"/>
        </a:lnSpc>
        <a:spcBef>
          <a:spcPct val="0"/>
        </a:spcBef>
        <a:buNone/>
        <a:defRPr sz="304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8374" indent="-158374" algn="l" defTabSz="633496" rtl="0" eaLnBrk="1" latinLnBrk="0" hangingPunct="1">
        <a:lnSpc>
          <a:spcPct val="90000"/>
        </a:lnSpc>
        <a:spcBef>
          <a:spcPts val="693"/>
        </a:spcBef>
        <a:buFont typeface="Arial" panose="020B0604020202020204" pitchFamily="34" charset="0"/>
        <a:buChar char="•"/>
        <a:defRPr sz="1940" kern="1200">
          <a:solidFill>
            <a:schemeClr val="tx1"/>
          </a:solidFill>
          <a:latin typeface="+mn-lt"/>
          <a:ea typeface="+mn-ea"/>
          <a:cs typeface="+mn-cs"/>
        </a:defRPr>
      </a:lvl1pPr>
      <a:lvl2pPr marL="475122" indent="-158374" algn="l" defTabSz="633496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663" kern="1200">
          <a:solidFill>
            <a:schemeClr val="tx1"/>
          </a:solidFill>
          <a:latin typeface="+mn-lt"/>
          <a:ea typeface="+mn-ea"/>
          <a:cs typeface="+mn-cs"/>
        </a:defRPr>
      </a:lvl2pPr>
      <a:lvl3pPr marL="791870" indent="-158374" algn="l" defTabSz="633496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386" kern="1200">
          <a:solidFill>
            <a:schemeClr val="tx1"/>
          </a:solidFill>
          <a:latin typeface="+mn-lt"/>
          <a:ea typeface="+mn-ea"/>
          <a:cs typeface="+mn-cs"/>
        </a:defRPr>
      </a:lvl3pPr>
      <a:lvl4pPr marL="1108619" indent="-158374" algn="l" defTabSz="633496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7" kern="1200">
          <a:solidFill>
            <a:schemeClr val="tx1"/>
          </a:solidFill>
          <a:latin typeface="+mn-lt"/>
          <a:ea typeface="+mn-ea"/>
          <a:cs typeface="+mn-cs"/>
        </a:defRPr>
      </a:lvl4pPr>
      <a:lvl5pPr marL="1425367" indent="-158374" algn="l" defTabSz="633496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7" kern="1200">
          <a:solidFill>
            <a:schemeClr val="tx1"/>
          </a:solidFill>
          <a:latin typeface="+mn-lt"/>
          <a:ea typeface="+mn-ea"/>
          <a:cs typeface="+mn-cs"/>
        </a:defRPr>
      </a:lvl5pPr>
      <a:lvl6pPr marL="1742115" indent="-158374" algn="l" defTabSz="633496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7" kern="1200">
          <a:solidFill>
            <a:schemeClr val="tx1"/>
          </a:solidFill>
          <a:latin typeface="+mn-lt"/>
          <a:ea typeface="+mn-ea"/>
          <a:cs typeface="+mn-cs"/>
        </a:defRPr>
      </a:lvl6pPr>
      <a:lvl7pPr marL="2058863" indent="-158374" algn="l" defTabSz="633496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7" kern="1200">
          <a:solidFill>
            <a:schemeClr val="tx1"/>
          </a:solidFill>
          <a:latin typeface="+mn-lt"/>
          <a:ea typeface="+mn-ea"/>
          <a:cs typeface="+mn-cs"/>
        </a:defRPr>
      </a:lvl7pPr>
      <a:lvl8pPr marL="2375611" indent="-158374" algn="l" defTabSz="633496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7" kern="1200">
          <a:solidFill>
            <a:schemeClr val="tx1"/>
          </a:solidFill>
          <a:latin typeface="+mn-lt"/>
          <a:ea typeface="+mn-ea"/>
          <a:cs typeface="+mn-cs"/>
        </a:defRPr>
      </a:lvl8pPr>
      <a:lvl9pPr marL="2692359" indent="-158374" algn="l" defTabSz="633496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1pPr>
      <a:lvl2pPr marL="316748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2pPr>
      <a:lvl3pPr marL="633496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3pPr>
      <a:lvl4pPr marL="950244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4pPr>
      <a:lvl5pPr marL="1266993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5pPr>
      <a:lvl6pPr marL="1583741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6pPr>
      <a:lvl7pPr marL="1900489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7pPr>
      <a:lvl8pPr marL="2217237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8pPr>
      <a:lvl9pPr marL="2533985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C4871"/>
            </a:gs>
            <a:gs pos="100000">
              <a:srgbClr val="4E3F5D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oster of a movie&#10;&#10;AI-generated content may be incorrect.">
            <a:extLst>
              <a:ext uri="{FF2B5EF4-FFF2-40B4-BE49-F238E27FC236}">
                <a16:creationId xmlns:a16="http://schemas.microsoft.com/office/drawing/2014/main" id="{47ACE806-A033-2C90-7970-9C3EE9C58C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0536" y="3675643"/>
            <a:ext cx="1587650" cy="23814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7" name="Picture 6" descr="A cover of a video game&#10;&#10;AI-generated content may be incorrect.">
            <a:extLst>
              <a:ext uri="{FF2B5EF4-FFF2-40B4-BE49-F238E27FC236}">
                <a16:creationId xmlns:a16="http://schemas.microsoft.com/office/drawing/2014/main" id="{A26D0016-AB4E-412A-EE29-FAB733A3D7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9034" y="1065857"/>
            <a:ext cx="1587650" cy="23814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9" name="Picture 8" descr="A person in armor holding two swords&#10;&#10;AI-generated content may be incorrect.">
            <a:extLst>
              <a:ext uri="{FF2B5EF4-FFF2-40B4-BE49-F238E27FC236}">
                <a16:creationId xmlns:a16="http://schemas.microsoft.com/office/drawing/2014/main" id="{EE61B639-AE1E-5845-B684-652D34770D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9034" y="-1543931"/>
            <a:ext cx="1587650" cy="23814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11" name="Picture 10" descr="A video game cover with people and a giant statue&#10;&#10;AI-generated content may be incorrect.">
            <a:extLst>
              <a:ext uri="{FF2B5EF4-FFF2-40B4-BE49-F238E27FC236}">
                <a16:creationId xmlns:a16="http://schemas.microsoft.com/office/drawing/2014/main" id="{6AF97259-21D2-21D8-2C38-2D8A0C3D48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4562" y="3675643"/>
            <a:ext cx="1587650" cy="23814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13" name="Picture 12" descr="A video game cover with a person standing on a cliff&#10;&#10;AI-generated content may be incorrect.">
            <a:extLst>
              <a:ext uri="{FF2B5EF4-FFF2-40B4-BE49-F238E27FC236}">
                <a16:creationId xmlns:a16="http://schemas.microsoft.com/office/drawing/2014/main" id="{D9177378-F235-6B0A-99B4-8F412120DC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4562" y="1065857"/>
            <a:ext cx="1587650" cy="23814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15" name="Picture 14" descr="A poster of a video game&#10;&#10;AI-generated content may be incorrect.">
            <a:extLst>
              <a:ext uri="{FF2B5EF4-FFF2-40B4-BE49-F238E27FC236}">
                <a16:creationId xmlns:a16="http://schemas.microsoft.com/office/drawing/2014/main" id="{75662245-C4B8-B071-64DE-2B2EDD9C017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9386" y="-1543931"/>
            <a:ext cx="1587650" cy="23814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17" name="Picture 16" descr="A person holding an object&#10;&#10;AI-generated content may be incorrect.">
            <a:extLst>
              <a:ext uri="{FF2B5EF4-FFF2-40B4-BE49-F238E27FC236}">
                <a16:creationId xmlns:a16="http://schemas.microsoft.com/office/drawing/2014/main" id="{96B16E80-AFCA-7A8A-2D8A-253A9B9CCFF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3002" y="3675644"/>
            <a:ext cx="1587650" cy="23814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19" name="Picture 18" descr="A video game cover with a cartoon character standing on a rock&#10;&#10;AI-generated content may be incorrect.">
            <a:extLst>
              <a:ext uri="{FF2B5EF4-FFF2-40B4-BE49-F238E27FC236}">
                <a16:creationId xmlns:a16="http://schemas.microsoft.com/office/drawing/2014/main" id="{5142F269-C8B4-BF12-C6FF-E41861E4C6B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3002" y="1065857"/>
            <a:ext cx="1587650" cy="23814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1" name="Picture 20" descr="A video game cover with a person with long hair&#10;&#10;AI-generated content may be incorrect.">
            <a:extLst>
              <a:ext uri="{FF2B5EF4-FFF2-40B4-BE49-F238E27FC236}">
                <a16:creationId xmlns:a16="http://schemas.microsoft.com/office/drawing/2014/main" id="{4C4FD1AD-5271-15A6-8F80-75140332C9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3002" y="-1543931"/>
            <a:ext cx="1587650" cy="23814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9" name="Picture 28" descr="A close-up of hands holding each other&#10;&#10;AI-generated content may be incorrect.">
            <a:extLst>
              <a:ext uri="{FF2B5EF4-FFF2-40B4-BE49-F238E27FC236}">
                <a16:creationId xmlns:a16="http://schemas.microsoft.com/office/drawing/2014/main" id="{C516F8AD-9CCF-E220-90F1-47B1FB5DD7B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1260" y="3910095"/>
            <a:ext cx="1587650" cy="238147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1" name="Picture 30" descr="A person with her hands on her head&#10;&#10;AI-generated content may be incorrect.">
            <a:extLst>
              <a:ext uri="{FF2B5EF4-FFF2-40B4-BE49-F238E27FC236}">
                <a16:creationId xmlns:a16="http://schemas.microsoft.com/office/drawing/2014/main" id="{D86F70FA-F780-E9E9-72ED-72F4E01B88A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7586" y="1294166"/>
            <a:ext cx="1587650" cy="238147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3" name="Picture 32" descr="A person in a white suit holding a pipe&#10;&#10;AI-generated content may be incorrect.">
            <a:extLst>
              <a:ext uri="{FF2B5EF4-FFF2-40B4-BE49-F238E27FC236}">
                <a16:creationId xmlns:a16="http://schemas.microsoft.com/office/drawing/2014/main" id="{FA9578BA-4C32-24E1-AAF7-685E0D8D227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1260" y="-1321763"/>
            <a:ext cx="1587650" cy="238147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5" name="Picture 34" descr="A cartoon of a child&#10;&#10;AI-generated content may be incorrect.">
            <a:extLst>
              <a:ext uri="{FF2B5EF4-FFF2-40B4-BE49-F238E27FC236}">
                <a16:creationId xmlns:a16="http://schemas.microsoft.com/office/drawing/2014/main" id="{6ECF9D86-BA17-C649-A444-59BF7F44A50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5286" y="3910097"/>
            <a:ext cx="1587650" cy="238147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7" name="Picture 36" descr="A person in a garment&#10;&#10;AI-generated content may be incorrect.">
            <a:extLst>
              <a:ext uri="{FF2B5EF4-FFF2-40B4-BE49-F238E27FC236}">
                <a16:creationId xmlns:a16="http://schemas.microsoft.com/office/drawing/2014/main" id="{4EE20656-E1FC-A119-AFD5-C71C1A91E53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5286" y="1294167"/>
            <a:ext cx="1587650" cy="238147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9" name="Picture 38" descr="A person and person hugging each other&#10;&#10;AI-generated content may be incorrect.">
            <a:extLst>
              <a:ext uri="{FF2B5EF4-FFF2-40B4-BE49-F238E27FC236}">
                <a16:creationId xmlns:a16="http://schemas.microsoft.com/office/drawing/2014/main" id="{2DD1EC45-AAE4-2676-EE0D-D8D752793DD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5286" y="-1321763"/>
            <a:ext cx="1587650" cy="238147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47" name="Picture 46" descr="A cartoon of a person with a bald head and text&#10;&#10;AI-generated content may be incorrect.">
            <a:extLst>
              <a:ext uri="{FF2B5EF4-FFF2-40B4-BE49-F238E27FC236}">
                <a16:creationId xmlns:a16="http://schemas.microsoft.com/office/drawing/2014/main" id="{3FE16B4E-7E10-4371-4905-7A7F3C39000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838" y="4140141"/>
            <a:ext cx="1587650" cy="23814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49" name="Picture 48" descr="A cartoon character with a cat and a person in the air&#10;&#10;AI-generated content may be incorrect.">
            <a:extLst>
              <a:ext uri="{FF2B5EF4-FFF2-40B4-BE49-F238E27FC236}">
                <a16:creationId xmlns:a16="http://schemas.microsoft.com/office/drawing/2014/main" id="{DFD72871-A8F6-CCD1-49CB-F499FBC9A5CF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3486" y="1528622"/>
            <a:ext cx="1587650" cy="23814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51" name="Picture 50" descr="A cartoon of a group of people&#10;&#10;AI-generated content may be incorrect.">
            <a:extLst>
              <a:ext uri="{FF2B5EF4-FFF2-40B4-BE49-F238E27FC236}">
                <a16:creationId xmlns:a16="http://schemas.microsoft.com/office/drawing/2014/main" id="{72C58616-5968-04A9-5EA1-257529463FF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3486" y="-1087308"/>
            <a:ext cx="1587650" cy="23814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53" name="Picture 52" descr="A poster of a cartoon character&#10;&#10;AI-generated content may be incorrect.">
            <a:extLst>
              <a:ext uri="{FF2B5EF4-FFF2-40B4-BE49-F238E27FC236}">
                <a16:creationId xmlns:a16="http://schemas.microsoft.com/office/drawing/2014/main" id="{81757D1C-7972-6EF5-6C7F-BE11CBE51927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098" y="4140142"/>
            <a:ext cx="1587650" cy="23814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55" name="Picture 54" descr="A person holding a mask&#10;&#10;AI-generated content may be incorrect.">
            <a:extLst>
              <a:ext uri="{FF2B5EF4-FFF2-40B4-BE49-F238E27FC236}">
                <a16:creationId xmlns:a16="http://schemas.microsoft.com/office/drawing/2014/main" id="{B19827B2-0C7F-EC7B-326E-5FC066B10DC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098" y="-1086192"/>
            <a:ext cx="1587650" cy="23814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57" name="Picture 56" descr="A person and person standing in a field&#10;&#10;AI-generated content may be incorrect.">
            <a:extLst>
              <a:ext uri="{FF2B5EF4-FFF2-40B4-BE49-F238E27FC236}">
                <a16:creationId xmlns:a16="http://schemas.microsoft.com/office/drawing/2014/main" id="{9A78685D-891A-CB44-C38A-A7BB7CC6A067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098" y="1528623"/>
            <a:ext cx="1587650" cy="23814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201445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555C8E99-9CAD-5C5E-946A-C60042329B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65" y="783731"/>
            <a:ext cx="2153466" cy="4614306"/>
          </a:xfrm>
          <a:prstGeom prst="rect">
            <a:avLst/>
          </a:prstGeom>
        </p:spPr>
      </p:pic>
      <p:pic>
        <p:nvPicPr>
          <p:cNvPr id="7" name="Picture 6" descr="A screen shot of a phone&#10;&#10;AI-generated content may be incorrect.">
            <a:extLst>
              <a:ext uri="{FF2B5EF4-FFF2-40B4-BE49-F238E27FC236}">
                <a16:creationId xmlns:a16="http://schemas.microsoft.com/office/drawing/2014/main" id="{75CCDBD2-937A-0044-3661-2F1800C910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0056" y="1532319"/>
            <a:ext cx="2216262" cy="4748861"/>
          </a:xfrm>
          <a:prstGeom prst="rect">
            <a:avLst/>
          </a:prstGeom>
        </p:spPr>
      </p:pic>
      <p:pic>
        <p:nvPicPr>
          <p:cNvPr id="13" name="Picture 12" descr="A video game controller with a screen&#10;&#10;AI-generated content may be incorrect.">
            <a:extLst>
              <a:ext uri="{FF2B5EF4-FFF2-40B4-BE49-F238E27FC236}">
                <a16:creationId xmlns:a16="http://schemas.microsoft.com/office/drawing/2014/main" id="{694B5D9A-C1CF-FCC4-E499-FB48288E61A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451" y="231066"/>
            <a:ext cx="2491132" cy="199290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7F2474A-B882-E8B2-D9DC-5A6907CF9CE8}"/>
              </a:ext>
            </a:extLst>
          </p:cNvPr>
          <p:cNvSpPr txBox="1"/>
          <p:nvPr/>
        </p:nvSpPr>
        <p:spPr>
          <a:xfrm>
            <a:off x="4506318" y="2527417"/>
            <a:ext cx="44953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b="1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OMNIRATE</a:t>
            </a:r>
            <a:endParaRPr lang="en-US" sz="6000" b="1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52A04182-9348-BF56-FAEA-351B56FD7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2884" y="3596992"/>
            <a:ext cx="498226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i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Discover, track, and rate your favorite media</a:t>
            </a:r>
          </a:p>
          <a:p>
            <a:pPr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i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All in one app.</a:t>
            </a:r>
            <a:endParaRPr lang="en-US" altLang="en-US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922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</TotalTime>
  <Words>15</Words>
  <Application>Microsoft Office PowerPoint</Application>
  <PresentationFormat>Custom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Segoe UI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Kareem Nashef</dc:creator>
  <cp:lastModifiedBy>Kareem Nashef</cp:lastModifiedBy>
  <cp:revision>3</cp:revision>
  <dcterms:created xsi:type="dcterms:W3CDTF">2025-07-02T08:43:08Z</dcterms:created>
  <dcterms:modified xsi:type="dcterms:W3CDTF">2025-07-05T09:04:09Z</dcterms:modified>
</cp:coreProperties>
</file>