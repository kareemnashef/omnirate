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20" r:id="rId2"/>
    <p:sldMasterId id="214748373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5A7E1C-93A7-4C28-B962-F3914B1C6594}" type="doc">
      <dgm:prSet loTypeId="urn:microsoft.com/office/officeart/2005/8/layout/default" loCatId="list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32743AD-681F-4BCB-9A51-7D5331C722E9}">
      <dgm:prSet/>
      <dgm:spPr/>
      <dgm:t>
        <a:bodyPr/>
        <a:lstStyle/>
        <a:p>
          <a:r>
            <a:rPr lang="en-US" dirty="0"/>
            <a:t>IGDB, Rate limits, custom queue, batching, multiqueries</a:t>
          </a:r>
        </a:p>
      </dgm:t>
    </dgm:pt>
    <dgm:pt modelId="{8853D8C1-7141-42F6-B83A-86C6559BAA22}" type="parTrans" cxnId="{D2968AA7-EA14-4280-8E4F-2C5014169047}">
      <dgm:prSet/>
      <dgm:spPr/>
      <dgm:t>
        <a:bodyPr/>
        <a:lstStyle/>
        <a:p>
          <a:endParaRPr lang="en-US"/>
        </a:p>
      </dgm:t>
    </dgm:pt>
    <dgm:pt modelId="{65D72E60-6B3E-488F-8DA9-6D135F7E4559}" type="sibTrans" cxnId="{D2968AA7-EA14-4280-8E4F-2C5014169047}">
      <dgm:prSet/>
      <dgm:spPr/>
      <dgm:t>
        <a:bodyPr/>
        <a:lstStyle/>
        <a:p>
          <a:endParaRPr lang="en-US" dirty="0"/>
        </a:p>
      </dgm:t>
    </dgm:pt>
    <dgm:pt modelId="{3089889A-1433-4876-B956-09DCB5DBF143}">
      <dgm:prSet/>
      <dgm:spPr/>
      <dgm:t>
        <a:bodyPr/>
        <a:lstStyle/>
        <a:p>
          <a:r>
            <a:rPr lang="en-US" dirty="0"/>
            <a:t>TMDB, Unreliable endpoints manual API call config</a:t>
          </a:r>
        </a:p>
      </dgm:t>
    </dgm:pt>
    <dgm:pt modelId="{12520D72-D2C5-4AC3-B107-BA285A76CB8C}" type="parTrans" cxnId="{F9922CF6-6F9E-4C27-B1D9-4B67EAA9D346}">
      <dgm:prSet/>
      <dgm:spPr/>
      <dgm:t>
        <a:bodyPr/>
        <a:lstStyle/>
        <a:p>
          <a:endParaRPr lang="en-US"/>
        </a:p>
      </dgm:t>
    </dgm:pt>
    <dgm:pt modelId="{6ACACBCC-F9FF-494D-9FC9-87D55CE5E5C1}" type="sibTrans" cxnId="{F9922CF6-6F9E-4C27-B1D9-4B67EAA9D346}">
      <dgm:prSet/>
      <dgm:spPr/>
      <dgm:t>
        <a:bodyPr/>
        <a:lstStyle/>
        <a:p>
          <a:endParaRPr lang="en-US" dirty="0"/>
        </a:p>
      </dgm:t>
    </dgm:pt>
    <dgm:pt modelId="{4ED6CE46-0FC6-4E62-A78E-9FDBA421C6CC}">
      <dgm:prSet/>
      <dgm:spPr/>
      <dgm:t>
        <a:bodyPr/>
        <a:lstStyle/>
        <a:p>
          <a:r>
            <a:rPr lang="en-US" dirty="0"/>
            <a:t>Hive, First-time use, local caching to reduce API calls</a:t>
          </a:r>
        </a:p>
      </dgm:t>
    </dgm:pt>
    <dgm:pt modelId="{D960D052-05CC-416A-AB65-BF48C910BF1A}" type="parTrans" cxnId="{B4BB1666-B44E-4EA0-92B4-0E6122033A4F}">
      <dgm:prSet/>
      <dgm:spPr/>
      <dgm:t>
        <a:bodyPr/>
        <a:lstStyle/>
        <a:p>
          <a:endParaRPr lang="en-US"/>
        </a:p>
      </dgm:t>
    </dgm:pt>
    <dgm:pt modelId="{56635491-4684-48F2-9160-E2BED05F21FC}" type="sibTrans" cxnId="{B4BB1666-B44E-4EA0-92B4-0E6122033A4F}">
      <dgm:prSet/>
      <dgm:spPr/>
      <dgm:t>
        <a:bodyPr/>
        <a:lstStyle/>
        <a:p>
          <a:endParaRPr lang="en-US" dirty="0"/>
        </a:p>
      </dgm:t>
    </dgm:pt>
    <dgm:pt modelId="{50DB78C4-EF66-4B3F-922F-9F4F120E10B9}">
      <dgm:prSet/>
      <dgm:spPr/>
      <dgm:t>
        <a:bodyPr/>
        <a:lstStyle/>
        <a:p>
          <a:r>
            <a:rPr lang="en-US" dirty="0"/>
            <a:t>Firebase, Syncing lists with Hive for cross-device access</a:t>
          </a:r>
        </a:p>
      </dgm:t>
    </dgm:pt>
    <dgm:pt modelId="{CC2EFD3E-2E64-4225-9915-AA4D2DB80B7E}" type="parTrans" cxnId="{E04B46C9-766F-474A-BFD9-5CC64E61C40B}">
      <dgm:prSet/>
      <dgm:spPr/>
      <dgm:t>
        <a:bodyPr/>
        <a:lstStyle/>
        <a:p>
          <a:endParaRPr lang="en-US"/>
        </a:p>
      </dgm:t>
    </dgm:pt>
    <dgm:pt modelId="{684078B4-B917-441F-94A2-9F24236AABC7}" type="sibTrans" cxnId="{E04B46C9-766F-474A-BFD9-5CC64E61C40B}">
      <dgm:prSet/>
      <dgm:spPr/>
      <dgm:t>
        <a:bodyPr/>
        <a:lstStyle/>
        <a:p>
          <a:endParaRPr lang="en-US" dirty="0"/>
        </a:p>
      </dgm:t>
    </dgm:pt>
    <dgm:pt modelId="{05BD617C-E346-4A71-B991-E37F938827B5}">
      <dgm:prSet/>
      <dgm:spPr/>
      <dgm:t>
        <a:bodyPr/>
        <a:lstStyle/>
        <a:p>
          <a:r>
            <a:rPr lang="en-US" dirty="0"/>
            <a:t>Custom</a:t>
          </a:r>
          <a:r>
            <a:rPr lang="en-US" baseline="0" dirty="0"/>
            <a:t> made builds, navigation bar, carousels, animated artworks</a:t>
          </a:r>
          <a:endParaRPr lang="en-US" dirty="0"/>
        </a:p>
      </dgm:t>
    </dgm:pt>
    <dgm:pt modelId="{1F77A04A-9FB8-42D0-90DD-B7A823992BC6}" type="parTrans" cxnId="{0883078D-D982-4E7E-BBBC-F11F43989B1C}">
      <dgm:prSet/>
      <dgm:spPr/>
      <dgm:t>
        <a:bodyPr/>
        <a:lstStyle/>
        <a:p>
          <a:endParaRPr lang="en-US"/>
        </a:p>
      </dgm:t>
    </dgm:pt>
    <dgm:pt modelId="{DBF4BD3F-B88D-4872-A942-E25EF926B145}" type="sibTrans" cxnId="{0883078D-D982-4E7E-BBBC-F11F43989B1C}">
      <dgm:prSet/>
      <dgm:spPr/>
      <dgm:t>
        <a:bodyPr/>
        <a:lstStyle/>
        <a:p>
          <a:endParaRPr lang="en-US"/>
        </a:p>
      </dgm:t>
    </dgm:pt>
    <dgm:pt modelId="{1F759A7A-A0E0-4824-8903-1E82E7CABAA2}">
      <dgm:prSet/>
      <dgm:spPr/>
      <dgm:t>
        <a:bodyPr/>
        <a:lstStyle/>
        <a:p>
          <a:r>
            <a:rPr lang="en-US" dirty="0"/>
            <a:t>Consistent theme in every element in the app</a:t>
          </a:r>
        </a:p>
      </dgm:t>
    </dgm:pt>
    <dgm:pt modelId="{8A5C96C2-BD33-4CEF-A8D5-0D8DE872795C}" type="parTrans" cxnId="{C710FE13-2FD9-48DC-BCF2-082658D53136}">
      <dgm:prSet/>
      <dgm:spPr/>
      <dgm:t>
        <a:bodyPr/>
        <a:lstStyle/>
        <a:p>
          <a:endParaRPr lang="en-US"/>
        </a:p>
      </dgm:t>
    </dgm:pt>
    <dgm:pt modelId="{5D13F686-90BB-4992-B371-817E0D08C2CC}" type="sibTrans" cxnId="{C710FE13-2FD9-48DC-BCF2-082658D53136}">
      <dgm:prSet/>
      <dgm:spPr/>
      <dgm:t>
        <a:bodyPr/>
        <a:lstStyle/>
        <a:p>
          <a:endParaRPr lang="en-US"/>
        </a:p>
      </dgm:t>
    </dgm:pt>
    <dgm:pt modelId="{D62830D0-6166-4931-B6F7-C9707450CE82}">
      <dgm:prSet/>
      <dgm:spPr/>
      <dgm:t>
        <a:bodyPr/>
        <a:lstStyle/>
        <a:p>
          <a:r>
            <a:rPr lang="en-GB" dirty="0"/>
            <a:t>Providers, for changing vars that affect the entire app</a:t>
          </a:r>
          <a:endParaRPr lang="en-US" dirty="0"/>
        </a:p>
      </dgm:t>
    </dgm:pt>
    <dgm:pt modelId="{7E06B59E-EA75-4246-94DF-F0398BD3BD50}" type="parTrans" cxnId="{BA465084-6766-48C4-A546-5B746B352A63}">
      <dgm:prSet/>
      <dgm:spPr/>
      <dgm:t>
        <a:bodyPr/>
        <a:lstStyle/>
        <a:p>
          <a:endParaRPr lang="en-US"/>
        </a:p>
      </dgm:t>
    </dgm:pt>
    <dgm:pt modelId="{220A0CD0-8684-4CC5-AA31-21A7050FB519}" type="sibTrans" cxnId="{BA465084-6766-48C4-A546-5B746B352A63}">
      <dgm:prSet/>
      <dgm:spPr/>
      <dgm:t>
        <a:bodyPr/>
        <a:lstStyle/>
        <a:p>
          <a:endParaRPr lang="en-US"/>
        </a:p>
      </dgm:t>
    </dgm:pt>
    <dgm:pt modelId="{DBFC60A0-02CA-4305-A2D1-5DA7950B9A14}">
      <dgm:prSet/>
      <dgm:spPr/>
      <dgm:t>
        <a:bodyPr/>
        <a:lstStyle/>
        <a:p>
          <a:r>
            <a:rPr lang="en-US" dirty="0"/>
            <a:t>Base classes for inheritance</a:t>
          </a:r>
        </a:p>
      </dgm:t>
    </dgm:pt>
    <dgm:pt modelId="{42303425-6B7F-4670-A08B-8734D12CF23C}" type="parTrans" cxnId="{16076106-4AF4-4F35-84B7-D56FBE06C78C}">
      <dgm:prSet/>
      <dgm:spPr/>
      <dgm:t>
        <a:bodyPr/>
        <a:lstStyle/>
        <a:p>
          <a:endParaRPr lang="en-US"/>
        </a:p>
      </dgm:t>
    </dgm:pt>
    <dgm:pt modelId="{EE088423-DBDF-46C2-8F4C-5ADEE77715A1}" type="sibTrans" cxnId="{16076106-4AF4-4F35-84B7-D56FBE06C78C}">
      <dgm:prSet/>
      <dgm:spPr/>
      <dgm:t>
        <a:bodyPr/>
        <a:lstStyle/>
        <a:p>
          <a:endParaRPr lang="en-US"/>
        </a:p>
      </dgm:t>
    </dgm:pt>
    <dgm:pt modelId="{4A9A3030-EF78-4AA4-A11A-DB359F99353B}" type="pres">
      <dgm:prSet presAssocID="{E65A7E1C-93A7-4C28-B962-F3914B1C6594}" presName="diagram" presStyleCnt="0">
        <dgm:presLayoutVars>
          <dgm:dir/>
          <dgm:resizeHandles val="exact"/>
        </dgm:presLayoutVars>
      </dgm:prSet>
      <dgm:spPr/>
    </dgm:pt>
    <dgm:pt modelId="{459FA3BC-53D6-4C74-8E57-82F611006432}" type="pres">
      <dgm:prSet presAssocID="{232743AD-681F-4BCB-9A51-7D5331C722E9}" presName="node" presStyleLbl="node1" presStyleIdx="0" presStyleCnt="8">
        <dgm:presLayoutVars>
          <dgm:bulletEnabled val="1"/>
        </dgm:presLayoutVars>
      </dgm:prSet>
      <dgm:spPr/>
    </dgm:pt>
    <dgm:pt modelId="{3F50B995-51A6-414B-B83F-519AF2FD4EEE}" type="pres">
      <dgm:prSet presAssocID="{65D72E60-6B3E-488F-8DA9-6D135F7E4559}" presName="sibTrans" presStyleCnt="0"/>
      <dgm:spPr/>
    </dgm:pt>
    <dgm:pt modelId="{12A9E391-150C-452F-8A1E-B412C5C4C652}" type="pres">
      <dgm:prSet presAssocID="{3089889A-1433-4876-B956-09DCB5DBF143}" presName="node" presStyleLbl="node1" presStyleIdx="1" presStyleCnt="8">
        <dgm:presLayoutVars>
          <dgm:bulletEnabled val="1"/>
        </dgm:presLayoutVars>
      </dgm:prSet>
      <dgm:spPr/>
    </dgm:pt>
    <dgm:pt modelId="{669C25B3-8573-4767-9E9D-9668FA2F49CD}" type="pres">
      <dgm:prSet presAssocID="{6ACACBCC-F9FF-494D-9FC9-87D55CE5E5C1}" presName="sibTrans" presStyleCnt="0"/>
      <dgm:spPr/>
    </dgm:pt>
    <dgm:pt modelId="{3EC7E9F3-8B65-48E6-B90C-3023FAA42500}" type="pres">
      <dgm:prSet presAssocID="{4ED6CE46-0FC6-4E62-A78E-9FDBA421C6CC}" presName="node" presStyleLbl="node1" presStyleIdx="2" presStyleCnt="8">
        <dgm:presLayoutVars>
          <dgm:bulletEnabled val="1"/>
        </dgm:presLayoutVars>
      </dgm:prSet>
      <dgm:spPr/>
    </dgm:pt>
    <dgm:pt modelId="{82279FBA-8768-4117-95CC-F80BF0D42A22}" type="pres">
      <dgm:prSet presAssocID="{56635491-4684-48F2-9160-E2BED05F21FC}" presName="sibTrans" presStyleCnt="0"/>
      <dgm:spPr/>
    </dgm:pt>
    <dgm:pt modelId="{2F2D3757-201C-4E9F-BAD5-D0C8807ECAA4}" type="pres">
      <dgm:prSet presAssocID="{50DB78C4-EF66-4B3F-922F-9F4F120E10B9}" presName="node" presStyleLbl="node1" presStyleIdx="3" presStyleCnt="8">
        <dgm:presLayoutVars>
          <dgm:bulletEnabled val="1"/>
        </dgm:presLayoutVars>
      </dgm:prSet>
      <dgm:spPr/>
    </dgm:pt>
    <dgm:pt modelId="{FC820164-BE74-422F-89DE-A622A8B33020}" type="pres">
      <dgm:prSet presAssocID="{684078B4-B917-441F-94A2-9F24236AABC7}" presName="sibTrans" presStyleCnt="0"/>
      <dgm:spPr/>
    </dgm:pt>
    <dgm:pt modelId="{4A76B84B-62FB-42A0-90FE-CB7884222FA4}" type="pres">
      <dgm:prSet presAssocID="{05BD617C-E346-4A71-B991-E37F938827B5}" presName="node" presStyleLbl="node1" presStyleIdx="4" presStyleCnt="8">
        <dgm:presLayoutVars>
          <dgm:bulletEnabled val="1"/>
        </dgm:presLayoutVars>
      </dgm:prSet>
      <dgm:spPr/>
    </dgm:pt>
    <dgm:pt modelId="{30A95B11-7F87-46A6-8298-BB280766884D}" type="pres">
      <dgm:prSet presAssocID="{DBF4BD3F-B88D-4872-A942-E25EF926B145}" presName="sibTrans" presStyleCnt="0"/>
      <dgm:spPr/>
    </dgm:pt>
    <dgm:pt modelId="{6720423E-02CF-4205-BD67-150610407F61}" type="pres">
      <dgm:prSet presAssocID="{DBFC60A0-02CA-4305-A2D1-5DA7950B9A14}" presName="node" presStyleLbl="node1" presStyleIdx="5" presStyleCnt="8">
        <dgm:presLayoutVars>
          <dgm:bulletEnabled val="1"/>
        </dgm:presLayoutVars>
      </dgm:prSet>
      <dgm:spPr/>
    </dgm:pt>
    <dgm:pt modelId="{CD4ACA61-CCC1-423E-8A43-149586C1878A}" type="pres">
      <dgm:prSet presAssocID="{EE088423-DBDF-46C2-8F4C-5ADEE77715A1}" presName="sibTrans" presStyleCnt="0"/>
      <dgm:spPr/>
    </dgm:pt>
    <dgm:pt modelId="{E2B949F3-0A69-444D-B786-F705B9C508D6}" type="pres">
      <dgm:prSet presAssocID="{1F759A7A-A0E0-4824-8903-1E82E7CABAA2}" presName="node" presStyleLbl="node1" presStyleIdx="6" presStyleCnt="8">
        <dgm:presLayoutVars>
          <dgm:bulletEnabled val="1"/>
        </dgm:presLayoutVars>
      </dgm:prSet>
      <dgm:spPr/>
    </dgm:pt>
    <dgm:pt modelId="{29617C66-D0AF-4D7D-ABF2-6606197F2E5F}" type="pres">
      <dgm:prSet presAssocID="{5D13F686-90BB-4992-B371-817E0D08C2CC}" presName="sibTrans" presStyleCnt="0"/>
      <dgm:spPr/>
    </dgm:pt>
    <dgm:pt modelId="{392530D7-FBCF-4174-AB34-34028D0A4535}" type="pres">
      <dgm:prSet presAssocID="{D62830D0-6166-4931-B6F7-C9707450CE82}" presName="node" presStyleLbl="node1" presStyleIdx="7" presStyleCnt="8">
        <dgm:presLayoutVars>
          <dgm:bulletEnabled val="1"/>
        </dgm:presLayoutVars>
      </dgm:prSet>
      <dgm:spPr/>
    </dgm:pt>
  </dgm:ptLst>
  <dgm:cxnLst>
    <dgm:cxn modelId="{57FCF901-0954-4CE2-B051-7ACAC0798A52}" type="presOf" srcId="{50DB78C4-EF66-4B3F-922F-9F4F120E10B9}" destId="{2F2D3757-201C-4E9F-BAD5-D0C8807ECAA4}" srcOrd="0" destOrd="0" presId="urn:microsoft.com/office/officeart/2005/8/layout/default"/>
    <dgm:cxn modelId="{16076106-4AF4-4F35-84B7-D56FBE06C78C}" srcId="{E65A7E1C-93A7-4C28-B962-F3914B1C6594}" destId="{DBFC60A0-02CA-4305-A2D1-5DA7950B9A14}" srcOrd="5" destOrd="0" parTransId="{42303425-6B7F-4670-A08B-8734D12CF23C}" sibTransId="{EE088423-DBDF-46C2-8F4C-5ADEE77715A1}"/>
    <dgm:cxn modelId="{C710FE13-2FD9-48DC-BCF2-082658D53136}" srcId="{E65A7E1C-93A7-4C28-B962-F3914B1C6594}" destId="{1F759A7A-A0E0-4824-8903-1E82E7CABAA2}" srcOrd="6" destOrd="0" parTransId="{8A5C96C2-BD33-4CEF-A8D5-0D8DE872795C}" sibTransId="{5D13F686-90BB-4992-B371-817E0D08C2CC}"/>
    <dgm:cxn modelId="{7B62EC26-9098-4A8D-9F82-6C96375717A0}" type="presOf" srcId="{05BD617C-E346-4A71-B991-E37F938827B5}" destId="{4A76B84B-62FB-42A0-90FE-CB7884222FA4}" srcOrd="0" destOrd="0" presId="urn:microsoft.com/office/officeart/2005/8/layout/default"/>
    <dgm:cxn modelId="{F11C593B-60CE-4466-B4A3-48D3096FFC1A}" type="presOf" srcId="{DBFC60A0-02CA-4305-A2D1-5DA7950B9A14}" destId="{6720423E-02CF-4205-BD67-150610407F61}" srcOrd="0" destOrd="0" presId="urn:microsoft.com/office/officeart/2005/8/layout/default"/>
    <dgm:cxn modelId="{B4BB1666-B44E-4EA0-92B4-0E6122033A4F}" srcId="{E65A7E1C-93A7-4C28-B962-F3914B1C6594}" destId="{4ED6CE46-0FC6-4E62-A78E-9FDBA421C6CC}" srcOrd="2" destOrd="0" parTransId="{D960D052-05CC-416A-AB65-BF48C910BF1A}" sibTransId="{56635491-4684-48F2-9160-E2BED05F21FC}"/>
    <dgm:cxn modelId="{6E7A2254-B953-450A-8109-F2A779517102}" type="presOf" srcId="{4ED6CE46-0FC6-4E62-A78E-9FDBA421C6CC}" destId="{3EC7E9F3-8B65-48E6-B90C-3023FAA42500}" srcOrd="0" destOrd="0" presId="urn:microsoft.com/office/officeart/2005/8/layout/default"/>
    <dgm:cxn modelId="{BA465084-6766-48C4-A546-5B746B352A63}" srcId="{E65A7E1C-93A7-4C28-B962-F3914B1C6594}" destId="{D62830D0-6166-4931-B6F7-C9707450CE82}" srcOrd="7" destOrd="0" parTransId="{7E06B59E-EA75-4246-94DF-F0398BD3BD50}" sibTransId="{220A0CD0-8684-4CC5-AA31-21A7050FB519}"/>
    <dgm:cxn modelId="{0883078D-D982-4E7E-BBBC-F11F43989B1C}" srcId="{E65A7E1C-93A7-4C28-B962-F3914B1C6594}" destId="{05BD617C-E346-4A71-B991-E37F938827B5}" srcOrd="4" destOrd="0" parTransId="{1F77A04A-9FB8-42D0-90DD-B7A823992BC6}" sibTransId="{DBF4BD3F-B88D-4872-A942-E25EF926B145}"/>
    <dgm:cxn modelId="{D2968AA7-EA14-4280-8E4F-2C5014169047}" srcId="{E65A7E1C-93A7-4C28-B962-F3914B1C6594}" destId="{232743AD-681F-4BCB-9A51-7D5331C722E9}" srcOrd="0" destOrd="0" parTransId="{8853D8C1-7141-42F6-B83A-86C6559BAA22}" sibTransId="{65D72E60-6B3E-488F-8DA9-6D135F7E4559}"/>
    <dgm:cxn modelId="{AF9660B8-D8F8-4020-8213-23B51217A0DB}" type="presOf" srcId="{E65A7E1C-93A7-4C28-B962-F3914B1C6594}" destId="{4A9A3030-EF78-4AA4-A11A-DB359F99353B}" srcOrd="0" destOrd="0" presId="urn:microsoft.com/office/officeart/2005/8/layout/default"/>
    <dgm:cxn modelId="{F7C765B9-68A6-4080-8C35-663568E8D2C5}" type="presOf" srcId="{232743AD-681F-4BCB-9A51-7D5331C722E9}" destId="{459FA3BC-53D6-4C74-8E57-82F611006432}" srcOrd="0" destOrd="0" presId="urn:microsoft.com/office/officeart/2005/8/layout/default"/>
    <dgm:cxn modelId="{AD3CC7C2-43CC-4F42-B0C4-7D44A35FF7E8}" type="presOf" srcId="{D62830D0-6166-4931-B6F7-C9707450CE82}" destId="{392530D7-FBCF-4174-AB34-34028D0A4535}" srcOrd="0" destOrd="0" presId="urn:microsoft.com/office/officeart/2005/8/layout/default"/>
    <dgm:cxn modelId="{E04B46C9-766F-474A-BFD9-5CC64E61C40B}" srcId="{E65A7E1C-93A7-4C28-B962-F3914B1C6594}" destId="{50DB78C4-EF66-4B3F-922F-9F4F120E10B9}" srcOrd="3" destOrd="0" parTransId="{CC2EFD3E-2E64-4225-9915-AA4D2DB80B7E}" sibTransId="{684078B4-B917-441F-94A2-9F24236AABC7}"/>
    <dgm:cxn modelId="{60A7C7CB-A62E-43F7-9A34-D81BE181B94B}" type="presOf" srcId="{1F759A7A-A0E0-4824-8903-1E82E7CABAA2}" destId="{E2B949F3-0A69-444D-B786-F705B9C508D6}" srcOrd="0" destOrd="0" presId="urn:microsoft.com/office/officeart/2005/8/layout/default"/>
    <dgm:cxn modelId="{7F3F96D2-097B-47A2-BAF4-311D34DCFC35}" type="presOf" srcId="{3089889A-1433-4876-B956-09DCB5DBF143}" destId="{12A9E391-150C-452F-8A1E-B412C5C4C652}" srcOrd="0" destOrd="0" presId="urn:microsoft.com/office/officeart/2005/8/layout/default"/>
    <dgm:cxn modelId="{F9922CF6-6F9E-4C27-B1D9-4B67EAA9D346}" srcId="{E65A7E1C-93A7-4C28-B962-F3914B1C6594}" destId="{3089889A-1433-4876-B956-09DCB5DBF143}" srcOrd="1" destOrd="0" parTransId="{12520D72-D2C5-4AC3-B107-BA285A76CB8C}" sibTransId="{6ACACBCC-F9FF-494D-9FC9-87D55CE5E5C1}"/>
    <dgm:cxn modelId="{2C858C7D-5752-4E4B-88FF-3C76DBBF7155}" type="presParOf" srcId="{4A9A3030-EF78-4AA4-A11A-DB359F99353B}" destId="{459FA3BC-53D6-4C74-8E57-82F611006432}" srcOrd="0" destOrd="0" presId="urn:microsoft.com/office/officeart/2005/8/layout/default"/>
    <dgm:cxn modelId="{1AE27AB0-0397-4F19-8855-F7B2A908DBD4}" type="presParOf" srcId="{4A9A3030-EF78-4AA4-A11A-DB359F99353B}" destId="{3F50B995-51A6-414B-B83F-519AF2FD4EEE}" srcOrd="1" destOrd="0" presId="urn:microsoft.com/office/officeart/2005/8/layout/default"/>
    <dgm:cxn modelId="{171F13A2-5AFF-4523-BAF6-A81F0C2528E8}" type="presParOf" srcId="{4A9A3030-EF78-4AA4-A11A-DB359F99353B}" destId="{12A9E391-150C-452F-8A1E-B412C5C4C652}" srcOrd="2" destOrd="0" presId="urn:microsoft.com/office/officeart/2005/8/layout/default"/>
    <dgm:cxn modelId="{BF9C0593-F0EF-4128-8047-4A4E7333A896}" type="presParOf" srcId="{4A9A3030-EF78-4AA4-A11A-DB359F99353B}" destId="{669C25B3-8573-4767-9E9D-9668FA2F49CD}" srcOrd="3" destOrd="0" presId="urn:microsoft.com/office/officeart/2005/8/layout/default"/>
    <dgm:cxn modelId="{D87D6C93-D58D-4054-96E3-DD9C11E216CA}" type="presParOf" srcId="{4A9A3030-EF78-4AA4-A11A-DB359F99353B}" destId="{3EC7E9F3-8B65-48E6-B90C-3023FAA42500}" srcOrd="4" destOrd="0" presId="urn:microsoft.com/office/officeart/2005/8/layout/default"/>
    <dgm:cxn modelId="{3AE140B6-06CC-4C64-9D35-F144DC4F9111}" type="presParOf" srcId="{4A9A3030-EF78-4AA4-A11A-DB359F99353B}" destId="{82279FBA-8768-4117-95CC-F80BF0D42A22}" srcOrd="5" destOrd="0" presId="urn:microsoft.com/office/officeart/2005/8/layout/default"/>
    <dgm:cxn modelId="{FA672957-1423-4042-A6B1-FB58AF6C1EB5}" type="presParOf" srcId="{4A9A3030-EF78-4AA4-A11A-DB359F99353B}" destId="{2F2D3757-201C-4E9F-BAD5-D0C8807ECAA4}" srcOrd="6" destOrd="0" presId="urn:microsoft.com/office/officeart/2005/8/layout/default"/>
    <dgm:cxn modelId="{D29C6446-DBB4-44C2-A92F-C1A7DBD14874}" type="presParOf" srcId="{4A9A3030-EF78-4AA4-A11A-DB359F99353B}" destId="{FC820164-BE74-422F-89DE-A622A8B33020}" srcOrd="7" destOrd="0" presId="urn:microsoft.com/office/officeart/2005/8/layout/default"/>
    <dgm:cxn modelId="{469E8F25-2193-4DC9-BF27-42C21ABEC281}" type="presParOf" srcId="{4A9A3030-EF78-4AA4-A11A-DB359F99353B}" destId="{4A76B84B-62FB-42A0-90FE-CB7884222FA4}" srcOrd="8" destOrd="0" presId="urn:microsoft.com/office/officeart/2005/8/layout/default"/>
    <dgm:cxn modelId="{E5D1DB51-20B8-4355-B58F-B72D315EA2A9}" type="presParOf" srcId="{4A9A3030-EF78-4AA4-A11A-DB359F99353B}" destId="{30A95B11-7F87-46A6-8298-BB280766884D}" srcOrd="9" destOrd="0" presId="urn:microsoft.com/office/officeart/2005/8/layout/default"/>
    <dgm:cxn modelId="{A4AF277B-8AC8-4C7F-962B-C5249A5D9209}" type="presParOf" srcId="{4A9A3030-EF78-4AA4-A11A-DB359F99353B}" destId="{6720423E-02CF-4205-BD67-150610407F61}" srcOrd="10" destOrd="0" presId="urn:microsoft.com/office/officeart/2005/8/layout/default"/>
    <dgm:cxn modelId="{69D58093-B648-4333-B0F1-D43AB8BB7D74}" type="presParOf" srcId="{4A9A3030-EF78-4AA4-A11A-DB359F99353B}" destId="{CD4ACA61-CCC1-423E-8A43-149586C1878A}" srcOrd="11" destOrd="0" presId="urn:microsoft.com/office/officeart/2005/8/layout/default"/>
    <dgm:cxn modelId="{FBCD25C0-E3E6-4F38-AE80-3685CBB884B3}" type="presParOf" srcId="{4A9A3030-EF78-4AA4-A11A-DB359F99353B}" destId="{E2B949F3-0A69-444D-B786-F705B9C508D6}" srcOrd="12" destOrd="0" presId="urn:microsoft.com/office/officeart/2005/8/layout/default"/>
    <dgm:cxn modelId="{F05963B5-F6DF-4A2E-A0AD-23A375FA6A29}" type="presParOf" srcId="{4A9A3030-EF78-4AA4-A11A-DB359F99353B}" destId="{29617C66-D0AF-4D7D-ABF2-6606197F2E5F}" srcOrd="13" destOrd="0" presId="urn:microsoft.com/office/officeart/2005/8/layout/default"/>
    <dgm:cxn modelId="{3405DB13-A262-4B51-B820-2FBB51A2042E}" type="presParOf" srcId="{4A9A3030-EF78-4AA4-A11A-DB359F99353B}" destId="{392530D7-FBCF-4174-AB34-34028D0A453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6BFDD9-A35A-4DB2-B46E-BDB1DAE2CC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DA5BA098-52CA-4EF3-A60A-73173AC0E2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AI-powered media recommendations</a:t>
          </a:r>
        </a:p>
      </dgm:t>
    </dgm:pt>
    <dgm:pt modelId="{ADE2CD46-6E84-44B6-A137-F24A049B413C}" type="parTrans" cxnId="{E5ACC6B0-0524-47E2-BE72-8BECB73EEFDA}">
      <dgm:prSet/>
      <dgm:spPr/>
      <dgm:t>
        <a:bodyPr/>
        <a:lstStyle/>
        <a:p>
          <a:endParaRPr lang="en-US"/>
        </a:p>
      </dgm:t>
    </dgm:pt>
    <dgm:pt modelId="{6E6ACDD9-3AC1-4B30-A8DE-F665ECCE391F}" type="sibTrans" cxnId="{E5ACC6B0-0524-47E2-BE72-8BECB73EEFDA}">
      <dgm:prSet/>
      <dgm:spPr/>
      <dgm:t>
        <a:bodyPr/>
        <a:lstStyle/>
        <a:p>
          <a:endParaRPr lang="en-US"/>
        </a:p>
      </dgm:t>
    </dgm:pt>
    <dgm:pt modelId="{D35E7AF4-22DF-4F8A-98C1-BD511C640C2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Social features to connect and share</a:t>
          </a:r>
          <a:endParaRPr lang="en-US"/>
        </a:p>
      </dgm:t>
    </dgm:pt>
    <dgm:pt modelId="{40D99DBE-A3AF-44C6-A236-A2209AF06D40}" type="parTrans" cxnId="{1A41AAEF-7456-4E9F-A6A9-1044F4C9E9BC}">
      <dgm:prSet/>
      <dgm:spPr/>
      <dgm:t>
        <a:bodyPr/>
        <a:lstStyle/>
        <a:p>
          <a:endParaRPr lang="en-US"/>
        </a:p>
      </dgm:t>
    </dgm:pt>
    <dgm:pt modelId="{BA8044C6-8FE4-4F70-AFD1-EFC55DFCA7DD}" type="sibTrans" cxnId="{1A41AAEF-7456-4E9F-A6A9-1044F4C9E9BC}">
      <dgm:prSet/>
      <dgm:spPr/>
      <dgm:t>
        <a:bodyPr/>
        <a:lstStyle/>
        <a:p>
          <a:endParaRPr lang="en-US"/>
        </a:p>
      </dgm:t>
    </dgm:pt>
    <dgm:pt modelId="{B5A63CAE-02AF-4995-9043-145A2E09CE5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Profiles, friends, feeds, and comments</a:t>
          </a:r>
          <a:endParaRPr lang="en-US"/>
        </a:p>
      </dgm:t>
    </dgm:pt>
    <dgm:pt modelId="{FFBEF7C8-DDC5-434E-A3EE-EC55D700A091}" type="parTrans" cxnId="{ABE8F157-6D5E-4CA9-9594-ED05F7C23CC5}">
      <dgm:prSet/>
      <dgm:spPr/>
      <dgm:t>
        <a:bodyPr/>
        <a:lstStyle/>
        <a:p>
          <a:endParaRPr lang="en-US"/>
        </a:p>
      </dgm:t>
    </dgm:pt>
    <dgm:pt modelId="{7BCBA1B8-BE3E-48D3-9A56-91DAF42BD3C1}" type="sibTrans" cxnId="{ABE8F157-6D5E-4CA9-9594-ED05F7C23CC5}">
      <dgm:prSet/>
      <dgm:spPr/>
      <dgm:t>
        <a:bodyPr/>
        <a:lstStyle/>
        <a:p>
          <a:endParaRPr lang="en-US"/>
        </a:p>
      </dgm:t>
    </dgm:pt>
    <dgm:pt modelId="{F5F2DF43-B5B8-40E7-B314-E77FF415F525}" type="pres">
      <dgm:prSet presAssocID="{BE6BFDD9-A35A-4DB2-B46E-BDB1DAE2CC1E}" presName="root" presStyleCnt="0">
        <dgm:presLayoutVars>
          <dgm:dir/>
          <dgm:resizeHandles val="exact"/>
        </dgm:presLayoutVars>
      </dgm:prSet>
      <dgm:spPr/>
    </dgm:pt>
    <dgm:pt modelId="{0FE9FBB0-4698-4E16-9A3B-5D49657D20F1}" type="pres">
      <dgm:prSet presAssocID="{DA5BA098-52CA-4EF3-A60A-73173AC0E2D5}" presName="compNode" presStyleCnt="0"/>
      <dgm:spPr/>
    </dgm:pt>
    <dgm:pt modelId="{9E5571D5-DC4A-4571-A074-0C3CE950930B}" type="pres">
      <dgm:prSet presAssocID="{DA5BA098-52CA-4EF3-A60A-73173AC0E2D5}" presName="bgRect" presStyleLbl="bgShp" presStyleIdx="0" presStyleCnt="3"/>
      <dgm:spPr/>
    </dgm:pt>
    <dgm:pt modelId="{18766BB1-63E8-4C81-8A2E-C14B62F7BEE8}" type="pres">
      <dgm:prSet presAssocID="{DA5BA098-52CA-4EF3-A60A-73173AC0E2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A0EC2F9-29F6-4A76-9010-33C23BB6D6E9}" type="pres">
      <dgm:prSet presAssocID="{DA5BA098-52CA-4EF3-A60A-73173AC0E2D5}" presName="spaceRect" presStyleCnt="0"/>
      <dgm:spPr/>
    </dgm:pt>
    <dgm:pt modelId="{5B23F43E-D734-41C9-BBE5-7B0F9F0D52E1}" type="pres">
      <dgm:prSet presAssocID="{DA5BA098-52CA-4EF3-A60A-73173AC0E2D5}" presName="parTx" presStyleLbl="revTx" presStyleIdx="0" presStyleCnt="3">
        <dgm:presLayoutVars>
          <dgm:chMax val="0"/>
          <dgm:chPref val="0"/>
        </dgm:presLayoutVars>
      </dgm:prSet>
      <dgm:spPr/>
    </dgm:pt>
    <dgm:pt modelId="{3433C249-35DD-48F9-92CC-ADF231C591F7}" type="pres">
      <dgm:prSet presAssocID="{6E6ACDD9-3AC1-4B30-A8DE-F665ECCE391F}" presName="sibTrans" presStyleCnt="0"/>
      <dgm:spPr/>
    </dgm:pt>
    <dgm:pt modelId="{F6D7131F-CF2A-4184-B589-000C64B3D212}" type="pres">
      <dgm:prSet presAssocID="{D35E7AF4-22DF-4F8A-98C1-BD511C640C20}" presName="compNode" presStyleCnt="0"/>
      <dgm:spPr/>
    </dgm:pt>
    <dgm:pt modelId="{92EC0739-DA69-416D-AC8B-BA1DFED62596}" type="pres">
      <dgm:prSet presAssocID="{D35E7AF4-22DF-4F8A-98C1-BD511C640C20}" presName="bgRect" presStyleLbl="bgShp" presStyleIdx="1" presStyleCnt="3"/>
      <dgm:spPr/>
    </dgm:pt>
    <dgm:pt modelId="{E8FF03AD-C041-4FFA-9BE7-4FA84BE5C2FB}" type="pres">
      <dgm:prSet presAssocID="{D35E7AF4-22DF-4F8A-98C1-BD511C640C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105CD1D-752B-4056-A1A9-5653D55CD120}" type="pres">
      <dgm:prSet presAssocID="{D35E7AF4-22DF-4F8A-98C1-BD511C640C20}" presName="spaceRect" presStyleCnt="0"/>
      <dgm:spPr/>
    </dgm:pt>
    <dgm:pt modelId="{C34203D2-B8B7-4E96-9D23-19008A58527D}" type="pres">
      <dgm:prSet presAssocID="{D35E7AF4-22DF-4F8A-98C1-BD511C640C20}" presName="parTx" presStyleLbl="revTx" presStyleIdx="1" presStyleCnt="3">
        <dgm:presLayoutVars>
          <dgm:chMax val="0"/>
          <dgm:chPref val="0"/>
        </dgm:presLayoutVars>
      </dgm:prSet>
      <dgm:spPr/>
    </dgm:pt>
    <dgm:pt modelId="{C188140E-0EE1-4363-92C2-FA1114FB4D7B}" type="pres">
      <dgm:prSet presAssocID="{BA8044C6-8FE4-4F70-AFD1-EFC55DFCA7DD}" presName="sibTrans" presStyleCnt="0"/>
      <dgm:spPr/>
    </dgm:pt>
    <dgm:pt modelId="{2BC32725-ECB0-4137-90F3-DBE42EBB2D99}" type="pres">
      <dgm:prSet presAssocID="{B5A63CAE-02AF-4995-9043-145A2E09CE52}" presName="compNode" presStyleCnt="0"/>
      <dgm:spPr/>
    </dgm:pt>
    <dgm:pt modelId="{E60245E9-73C3-4BD5-A30D-37D55774BE4B}" type="pres">
      <dgm:prSet presAssocID="{B5A63CAE-02AF-4995-9043-145A2E09CE52}" presName="bgRect" presStyleLbl="bgShp" presStyleIdx="2" presStyleCnt="3"/>
      <dgm:spPr/>
    </dgm:pt>
    <dgm:pt modelId="{AD39ADAB-AE87-411B-964F-7EED04A2AD52}" type="pres">
      <dgm:prSet presAssocID="{B5A63CAE-02AF-4995-9043-145A2E09CE5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165CC145-7FE4-4427-B278-E0DD329A315D}" type="pres">
      <dgm:prSet presAssocID="{B5A63CAE-02AF-4995-9043-145A2E09CE52}" presName="spaceRect" presStyleCnt="0"/>
      <dgm:spPr/>
    </dgm:pt>
    <dgm:pt modelId="{E3A2F32E-BDF4-4F21-B986-813C74947A8C}" type="pres">
      <dgm:prSet presAssocID="{B5A63CAE-02AF-4995-9043-145A2E09CE5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8038D17-C516-4378-BB49-19501AFA1FE1}" type="presOf" srcId="{DA5BA098-52CA-4EF3-A60A-73173AC0E2D5}" destId="{5B23F43E-D734-41C9-BBE5-7B0F9F0D52E1}" srcOrd="0" destOrd="0" presId="urn:microsoft.com/office/officeart/2018/2/layout/IconVerticalSolidList"/>
    <dgm:cxn modelId="{A5A35620-48C7-4D62-B59C-367CB468AF4C}" type="presOf" srcId="{B5A63CAE-02AF-4995-9043-145A2E09CE52}" destId="{E3A2F32E-BDF4-4F21-B986-813C74947A8C}" srcOrd="0" destOrd="0" presId="urn:microsoft.com/office/officeart/2018/2/layout/IconVerticalSolidList"/>
    <dgm:cxn modelId="{CEAB0F64-CDB6-4610-9059-2E197B945A9C}" type="presOf" srcId="{D35E7AF4-22DF-4F8A-98C1-BD511C640C20}" destId="{C34203D2-B8B7-4E96-9D23-19008A58527D}" srcOrd="0" destOrd="0" presId="urn:microsoft.com/office/officeart/2018/2/layout/IconVerticalSolidList"/>
    <dgm:cxn modelId="{ABE8F157-6D5E-4CA9-9594-ED05F7C23CC5}" srcId="{BE6BFDD9-A35A-4DB2-B46E-BDB1DAE2CC1E}" destId="{B5A63CAE-02AF-4995-9043-145A2E09CE52}" srcOrd="2" destOrd="0" parTransId="{FFBEF7C8-DDC5-434E-A3EE-EC55D700A091}" sibTransId="{7BCBA1B8-BE3E-48D3-9A56-91DAF42BD3C1}"/>
    <dgm:cxn modelId="{BCF03592-56C3-44C8-B76B-5A9C0D07BF3C}" type="presOf" srcId="{BE6BFDD9-A35A-4DB2-B46E-BDB1DAE2CC1E}" destId="{F5F2DF43-B5B8-40E7-B314-E77FF415F525}" srcOrd="0" destOrd="0" presId="urn:microsoft.com/office/officeart/2018/2/layout/IconVerticalSolidList"/>
    <dgm:cxn modelId="{E5ACC6B0-0524-47E2-BE72-8BECB73EEFDA}" srcId="{BE6BFDD9-A35A-4DB2-B46E-BDB1DAE2CC1E}" destId="{DA5BA098-52CA-4EF3-A60A-73173AC0E2D5}" srcOrd="0" destOrd="0" parTransId="{ADE2CD46-6E84-44B6-A137-F24A049B413C}" sibTransId="{6E6ACDD9-3AC1-4B30-A8DE-F665ECCE391F}"/>
    <dgm:cxn modelId="{1A41AAEF-7456-4E9F-A6A9-1044F4C9E9BC}" srcId="{BE6BFDD9-A35A-4DB2-B46E-BDB1DAE2CC1E}" destId="{D35E7AF4-22DF-4F8A-98C1-BD511C640C20}" srcOrd="1" destOrd="0" parTransId="{40D99DBE-A3AF-44C6-A236-A2209AF06D40}" sibTransId="{BA8044C6-8FE4-4F70-AFD1-EFC55DFCA7DD}"/>
    <dgm:cxn modelId="{CFEECDB1-6771-4885-B250-FC8DEEBC18B0}" type="presParOf" srcId="{F5F2DF43-B5B8-40E7-B314-E77FF415F525}" destId="{0FE9FBB0-4698-4E16-9A3B-5D49657D20F1}" srcOrd="0" destOrd="0" presId="urn:microsoft.com/office/officeart/2018/2/layout/IconVerticalSolidList"/>
    <dgm:cxn modelId="{4EEB270C-AAF4-4E95-B47A-2F1313847F52}" type="presParOf" srcId="{0FE9FBB0-4698-4E16-9A3B-5D49657D20F1}" destId="{9E5571D5-DC4A-4571-A074-0C3CE950930B}" srcOrd="0" destOrd="0" presId="urn:microsoft.com/office/officeart/2018/2/layout/IconVerticalSolidList"/>
    <dgm:cxn modelId="{E0F60132-F2FA-4899-9DB0-3FAA5F2DD242}" type="presParOf" srcId="{0FE9FBB0-4698-4E16-9A3B-5D49657D20F1}" destId="{18766BB1-63E8-4C81-8A2E-C14B62F7BEE8}" srcOrd="1" destOrd="0" presId="urn:microsoft.com/office/officeart/2018/2/layout/IconVerticalSolidList"/>
    <dgm:cxn modelId="{5A82E777-644E-4433-8F3F-6A94195CB4ED}" type="presParOf" srcId="{0FE9FBB0-4698-4E16-9A3B-5D49657D20F1}" destId="{BA0EC2F9-29F6-4A76-9010-33C23BB6D6E9}" srcOrd="2" destOrd="0" presId="urn:microsoft.com/office/officeart/2018/2/layout/IconVerticalSolidList"/>
    <dgm:cxn modelId="{C2A41DA3-2449-49EA-AF6B-E1446B9D2904}" type="presParOf" srcId="{0FE9FBB0-4698-4E16-9A3B-5D49657D20F1}" destId="{5B23F43E-D734-41C9-BBE5-7B0F9F0D52E1}" srcOrd="3" destOrd="0" presId="urn:microsoft.com/office/officeart/2018/2/layout/IconVerticalSolidList"/>
    <dgm:cxn modelId="{E5BBC9E2-677B-4577-A44F-EDD9C0DA610E}" type="presParOf" srcId="{F5F2DF43-B5B8-40E7-B314-E77FF415F525}" destId="{3433C249-35DD-48F9-92CC-ADF231C591F7}" srcOrd="1" destOrd="0" presId="urn:microsoft.com/office/officeart/2018/2/layout/IconVerticalSolidList"/>
    <dgm:cxn modelId="{8F1B423D-1B4B-4ADB-98BA-B0ABB112463D}" type="presParOf" srcId="{F5F2DF43-B5B8-40E7-B314-E77FF415F525}" destId="{F6D7131F-CF2A-4184-B589-000C64B3D212}" srcOrd="2" destOrd="0" presId="urn:microsoft.com/office/officeart/2018/2/layout/IconVerticalSolidList"/>
    <dgm:cxn modelId="{8ABCA7AA-2C3A-4244-8C1D-8C46D3E007C6}" type="presParOf" srcId="{F6D7131F-CF2A-4184-B589-000C64B3D212}" destId="{92EC0739-DA69-416D-AC8B-BA1DFED62596}" srcOrd="0" destOrd="0" presId="urn:microsoft.com/office/officeart/2018/2/layout/IconVerticalSolidList"/>
    <dgm:cxn modelId="{877A82BC-8BDC-4A54-880A-E481254F4498}" type="presParOf" srcId="{F6D7131F-CF2A-4184-B589-000C64B3D212}" destId="{E8FF03AD-C041-4FFA-9BE7-4FA84BE5C2FB}" srcOrd="1" destOrd="0" presId="urn:microsoft.com/office/officeart/2018/2/layout/IconVerticalSolidList"/>
    <dgm:cxn modelId="{0C2EC021-919C-4DBB-8F32-D0E44DD16F30}" type="presParOf" srcId="{F6D7131F-CF2A-4184-B589-000C64B3D212}" destId="{8105CD1D-752B-4056-A1A9-5653D55CD120}" srcOrd="2" destOrd="0" presId="urn:microsoft.com/office/officeart/2018/2/layout/IconVerticalSolidList"/>
    <dgm:cxn modelId="{470938B6-EFB5-4F45-8710-C8319A8B26DA}" type="presParOf" srcId="{F6D7131F-CF2A-4184-B589-000C64B3D212}" destId="{C34203D2-B8B7-4E96-9D23-19008A58527D}" srcOrd="3" destOrd="0" presId="urn:microsoft.com/office/officeart/2018/2/layout/IconVerticalSolidList"/>
    <dgm:cxn modelId="{42A663FF-4DF3-4EFC-B2F7-11667A9707AB}" type="presParOf" srcId="{F5F2DF43-B5B8-40E7-B314-E77FF415F525}" destId="{C188140E-0EE1-4363-92C2-FA1114FB4D7B}" srcOrd="3" destOrd="0" presId="urn:microsoft.com/office/officeart/2018/2/layout/IconVerticalSolidList"/>
    <dgm:cxn modelId="{C2131881-C484-4558-BF69-F844A24A40B5}" type="presParOf" srcId="{F5F2DF43-B5B8-40E7-B314-E77FF415F525}" destId="{2BC32725-ECB0-4137-90F3-DBE42EBB2D99}" srcOrd="4" destOrd="0" presId="urn:microsoft.com/office/officeart/2018/2/layout/IconVerticalSolidList"/>
    <dgm:cxn modelId="{9BAFBED1-E52A-4D52-A191-F08D2B280AB6}" type="presParOf" srcId="{2BC32725-ECB0-4137-90F3-DBE42EBB2D99}" destId="{E60245E9-73C3-4BD5-A30D-37D55774BE4B}" srcOrd="0" destOrd="0" presId="urn:microsoft.com/office/officeart/2018/2/layout/IconVerticalSolidList"/>
    <dgm:cxn modelId="{9C7D7EDA-07D2-4542-977A-02A5585DAF13}" type="presParOf" srcId="{2BC32725-ECB0-4137-90F3-DBE42EBB2D99}" destId="{AD39ADAB-AE87-411B-964F-7EED04A2AD52}" srcOrd="1" destOrd="0" presId="urn:microsoft.com/office/officeart/2018/2/layout/IconVerticalSolidList"/>
    <dgm:cxn modelId="{8049A9DE-7216-4756-8C57-25AABEF4B724}" type="presParOf" srcId="{2BC32725-ECB0-4137-90F3-DBE42EBB2D99}" destId="{165CC145-7FE4-4427-B278-E0DD329A315D}" srcOrd="2" destOrd="0" presId="urn:microsoft.com/office/officeart/2018/2/layout/IconVerticalSolidList"/>
    <dgm:cxn modelId="{221E4526-E2C0-4D7B-92D3-35D52C5B4FEB}" type="presParOf" srcId="{2BC32725-ECB0-4137-90F3-DBE42EBB2D99}" destId="{E3A2F32E-BDF4-4F21-B986-813C74947A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FA3BC-53D6-4C74-8E57-82F611006432}">
      <dsp:nvSpPr>
        <dsp:cNvPr id="0" name=""/>
        <dsp:cNvSpPr/>
      </dsp:nvSpPr>
      <dsp:spPr>
        <a:xfrm>
          <a:off x="3080" y="49981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IGDB, Rate limits, custom queue, batching, multiqueries</a:t>
          </a:r>
        </a:p>
      </dsp:txBody>
      <dsp:txXfrm>
        <a:off x="3080" y="499812"/>
        <a:ext cx="2444055" cy="1466433"/>
      </dsp:txXfrm>
    </dsp:sp>
    <dsp:sp modelId="{12A9E391-150C-452F-8A1E-B412C5C4C652}">
      <dsp:nvSpPr>
        <dsp:cNvPr id="0" name=""/>
        <dsp:cNvSpPr/>
      </dsp:nvSpPr>
      <dsp:spPr>
        <a:xfrm>
          <a:off x="2691541" y="49981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TMDB, Unreliable endpoints manual API call config</a:t>
          </a:r>
        </a:p>
      </dsp:txBody>
      <dsp:txXfrm>
        <a:off x="2691541" y="499812"/>
        <a:ext cx="2444055" cy="1466433"/>
      </dsp:txXfrm>
    </dsp:sp>
    <dsp:sp modelId="{3EC7E9F3-8B65-48E6-B90C-3023FAA42500}">
      <dsp:nvSpPr>
        <dsp:cNvPr id="0" name=""/>
        <dsp:cNvSpPr/>
      </dsp:nvSpPr>
      <dsp:spPr>
        <a:xfrm>
          <a:off x="5380002" y="49981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Hive, First-time use, local caching to reduce API calls</a:t>
          </a:r>
        </a:p>
      </dsp:txBody>
      <dsp:txXfrm>
        <a:off x="5380002" y="499812"/>
        <a:ext cx="2444055" cy="1466433"/>
      </dsp:txXfrm>
    </dsp:sp>
    <dsp:sp modelId="{2F2D3757-201C-4E9F-BAD5-D0C8807ECAA4}">
      <dsp:nvSpPr>
        <dsp:cNvPr id="0" name=""/>
        <dsp:cNvSpPr/>
      </dsp:nvSpPr>
      <dsp:spPr>
        <a:xfrm>
          <a:off x="8068463" y="49981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Firebase, Syncing lists with Hive for cross-device access</a:t>
          </a:r>
        </a:p>
      </dsp:txBody>
      <dsp:txXfrm>
        <a:off x="8068463" y="499812"/>
        <a:ext cx="2444055" cy="1466433"/>
      </dsp:txXfrm>
    </dsp:sp>
    <dsp:sp modelId="{4A76B84B-62FB-42A0-90FE-CB7884222FA4}">
      <dsp:nvSpPr>
        <dsp:cNvPr id="0" name=""/>
        <dsp:cNvSpPr/>
      </dsp:nvSpPr>
      <dsp:spPr>
        <a:xfrm>
          <a:off x="3080" y="2210651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Custom</a:t>
          </a:r>
          <a:r>
            <a:rPr lang="en-US" sz="2200" kern="1200" baseline="0" dirty="0"/>
            <a:t> made builds, navigation bar, carousels, animated artworks</a:t>
          </a:r>
          <a:endParaRPr lang="en-US" sz="2200" kern="1200" dirty="0"/>
        </a:p>
      </dsp:txBody>
      <dsp:txXfrm>
        <a:off x="3080" y="2210651"/>
        <a:ext cx="2444055" cy="1466433"/>
      </dsp:txXfrm>
    </dsp:sp>
    <dsp:sp modelId="{6720423E-02CF-4205-BD67-150610407F61}">
      <dsp:nvSpPr>
        <dsp:cNvPr id="0" name=""/>
        <dsp:cNvSpPr/>
      </dsp:nvSpPr>
      <dsp:spPr>
        <a:xfrm>
          <a:off x="2691541" y="2210651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Base classes for inheritance</a:t>
          </a:r>
        </a:p>
      </dsp:txBody>
      <dsp:txXfrm>
        <a:off x="2691541" y="2210651"/>
        <a:ext cx="2444055" cy="1466433"/>
      </dsp:txXfrm>
    </dsp:sp>
    <dsp:sp modelId="{E2B949F3-0A69-444D-B786-F705B9C508D6}">
      <dsp:nvSpPr>
        <dsp:cNvPr id="0" name=""/>
        <dsp:cNvSpPr/>
      </dsp:nvSpPr>
      <dsp:spPr>
        <a:xfrm>
          <a:off x="5380002" y="2210651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Consistent theme in every element in the app</a:t>
          </a:r>
        </a:p>
      </dsp:txBody>
      <dsp:txXfrm>
        <a:off x="5380002" y="2210651"/>
        <a:ext cx="2444055" cy="1466433"/>
      </dsp:txXfrm>
    </dsp:sp>
    <dsp:sp modelId="{392530D7-FBCF-4174-AB34-34028D0A4535}">
      <dsp:nvSpPr>
        <dsp:cNvPr id="0" name=""/>
        <dsp:cNvSpPr/>
      </dsp:nvSpPr>
      <dsp:spPr>
        <a:xfrm>
          <a:off x="8068463" y="2210651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Providers, for changing vars that affect the entire app</a:t>
          </a:r>
          <a:endParaRPr lang="en-US" sz="2200" kern="1200" dirty="0"/>
        </a:p>
      </dsp:txBody>
      <dsp:txXfrm>
        <a:off x="8068463" y="221065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5571D5-DC4A-4571-A074-0C3CE950930B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66BB1-63E8-4C81-8A2E-C14B62F7BEE8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3F43E-D734-41C9-BBE5-7B0F9F0D52E1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AI-powered media recommendations</a:t>
          </a:r>
        </a:p>
      </dsp:txBody>
      <dsp:txXfrm>
        <a:off x="1816103" y="671"/>
        <a:ext cx="4447536" cy="1572384"/>
      </dsp:txXfrm>
    </dsp:sp>
    <dsp:sp modelId="{92EC0739-DA69-416D-AC8B-BA1DFED62596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F03AD-C041-4FFA-9BE7-4FA84BE5C2FB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203D2-B8B7-4E96-9D23-19008A58527D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Social features to connect and share</a:t>
          </a:r>
          <a:endParaRPr lang="en-US" sz="2500" kern="1200"/>
        </a:p>
      </dsp:txBody>
      <dsp:txXfrm>
        <a:off x="1816103" y="1966151"/>
        <a:ext cx="4447536" cy="1572384"/>
      </dsp:txXfrm>
    </dsp:sp>
    <dsp:sp modelId="{E60245E9-73C3-4BD5-A30D-37D55774BE4B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9ADAB-AE87-411B-964F-7EED04A2AD52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2F32E-BDF4-4F21-B986-813C74947A8C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Profiles, friends, feeds, and comments</a:t>
          </a:r>
          <a:endParaRPr lang="en-US" sz="2500" kern="1200"/>
        </a:p>
      </dsp:txBody>
      <dsp:txXfrm>
        <a:off x="1816103" y="3931632"/>
        <a:ext cx="4447536" cy="157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51D8-3F0C-B5AC-7B96-3BCBE3188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09CF3-E789-8092-DBC8-961BB7888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8676C-C5D4-666C-9B32-E1AF0EAE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323D9-EEBD-E8AF-F099-CDEC1BCD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E0012-E077-D01E-6F38-D2E0D92F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6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45F1-CA86-909F-0AB8-93BE7B09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AD05-E385-7EE6-D7D0-945A9BCEB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6F7A5-5D1E-400C-44EE-64FA42EC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9BFE4-0BFD-9973-EC0A-228DE94E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C062F-570E-3F16-7362-44AF33FA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5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C8F5-E3B1-089A-4D2E-D4A2AE92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2D09C-4F10-AB2E-FF3D-C49851B54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54728-512D-4697-DFE7-0DF4128A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D5EDE-F11B-F3FD-3BFB-D4600FA2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ACE07-F7F9-E985-CCC2-90E1850F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1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5990-622C-E0F4-A6F0-DE535DBE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826D9-F2BB-375E-4F21-D570B758E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0EEAA-399C-6C37-61CC-B2370DCEF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17EB8-C8CA-8D4C-FB11-A0BBF1CE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5B6DA-5D05-8FC6-589D-3FAAD48B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7ED9C-369C-0599-9B96-9B756AC1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6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268F-F9D9-CD64-B75D-58C3CAD8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EB939-3C44-71D3-3570-573AA8FA3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51ED3-3A5B-A92F-6C8D-B1D9D8106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675B1-58B5-BB83-092B-C3B264B60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322B7-B30A-EB0F-2536-75C8375C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A34AC9-FA78-2CB1-1C2C-B7831F83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3017F-1594-D0EC-266C-C2FDE9C2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8ABF9-8265-134B-9B61-0EAEB564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9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BCC8-55A0-A4AF-AFA9-B9B9F8C4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F1568-488B-E27D-956D-74770499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39E45-0E5A-E6A1-3782-52D773C1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16613-8318-527D-4C01-D23D5857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4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A5FC6-2F6A-CC96-B6A3-D4ABD1BF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63B4F-1CA3-5B62-3486-67DD3E80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DFF85-B030-10E1-1D57-00D2A81A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6DDB-3A13-AA67-47DD-1B9E3349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E91C8-D8F3-87DF-8075-2BA0D811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6A51E-7783-5526-2B0E-1A47AF7AF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5C9ED-61F3-4D60-6068-533A2809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844E8-441C-A0AB-6C5A-6B739EDC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6683E-CAFE-57DE-8590-B1756B70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8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0CBA-8DC7-0BE4-578B-A8D05AFA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E28EB-96F8-F717-E203-D6DB6962B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CD994-7B23-6B9D-5C72-DA4F07A67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FEF0-B57F-6E0F-11B9-5ABB7527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56BF2-29B7-AE57-C011-0A07A6D4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0C08A-0C10-A2B3-A27C-F4C46036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8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5B31-88CC-9F54-EF7A-42AC1FB5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9E1E5-38B7-67F0-43FE-D5B331E96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0418B-B73F-AA47-DAAB-165FF2E6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AC183-3366-0251-24B5-E094CA25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67E80-C566-849E-0F71-41B72832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6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F5C769-E141-C726-444D-AB715D93E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F7FD8-288D-37C0-019C-1B577C710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EE0DE-CAE1-F020-A202-B4765DDE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2E5CB-466A-5D9E-5F3E-348B8532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001FB-F73A-EC36-8458-C3504E0D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94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0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7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25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46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34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24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20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62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34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77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229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37858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265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99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18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505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624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421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971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714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506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4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966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364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35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47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912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0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F012B-CE36-D63F-0965-0175D8E3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BE85F-4B62-C9B5-3132-14A65CE73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58459-4B72-F48D-2EC5-FA3F3E4B0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38F5-E0AF-C150-689C-166D50D9A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6483-E0C2-B32D-A4FC-04AA14A53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85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8DC17D7-E245-445D-834D-EC7F9467D70C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529906F-8243-45C9-B977-3ECF4AD3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36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0E12-F8D3-2F9E-1D13-A706201FA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2092" y="2982543"/>
            <a:ext cx="7587816" cy="1804666"/>
          </a:xfrm>
        </p:spPr>
        <p:txBody>
          <a:bodyPr anchor="b">
            <a:normAutofit/>
          </a:bodyPr>
          <a:lstStyle/>
          <a:p>
            <a:r>
              <a:rPr lang="en-US" sz="7200" dirty="0" err="1">
                <a:ln w="28575" cmpd="sng">
                  <a:solidFill>
                    <a:schemeClr val="bg1"/>
                  </a:solidFill>
                </a:ln>
                <a:solidFill>
                  <a:schemeClr val="bg1">
                    <a:alpha val="60000"/>
                  </a:schemeClr>
                </a:solidFill>
              </a:rPr>
              <a:t>OmniRate</a:t>
            </a:r>
            <a:endParaRPr lang="en-US" sz="7200" dirty="0">
              <a:ln w="28575" cmpd="sng">
                <a:solidFill>
                  <a:schemeClr val="bg1"/>
                </a:solidFill>
              </a:ln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13A84-4CDE-D6B3-0298-14E7A6E27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4940201"/>
            <a:ext cx="6096000" cy="1079006"/>
          </a:xfrm>
        </p:spPr>
        <p:txBody>
          <a:bodyPr anchor="t">
            <a:normAutofit/>
          </a:bodyPr>
          <a:lstStyle/>
          <a:p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Kareem Nashef ,Mohamad </a:t>
            </a:r>
            <a:r>
              <a:rPr lang="en-US" sz="1400" b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Khalaily</a:t>
            </a:r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,Ahmad </a:t>
            </a:r>
            <a:r>
              <a:rPr lang="en-US" sz="1400" b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idres</a:t>
            </a:r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1" name="Picture 10" descr="A video game controller with a screen and a screen with stars and a black background&#10;&#10;AI-generated content may be incorrect.">
            <a:extLst>
              <a:ext uri="{FF2B5EF4-FFF2-40B4-BE49-F238E27FC236}">
                <a16:creationId xmlns:a16="http://schemas.microsoft.com/office/drawing/2014/main" id="{60636D7C-FE81-4B71-BC27-717337651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8277" y="1048644"/>
            <a:ext cx="2975445" cy="23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0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6A81E7-2A43-4366-8431-1FA7A780A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 shot of a game controller&#10;&#10;AI-generated content may be incorrect.">
            <a:extLst>
              <a:ext uri="{FF2B5EF4-FFF2-40B4-BE49-F238E27FC236}">
                <a16:creationId xmlns:a16="http://schemas.microsoft.com/office/drawing/2014/main" id="{AA67F918-4A59-D136-7AFF-A7BF3A1D229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5409897" cy="685798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09B7001-6C15-47E8-8C3B-A6EB53C98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1"/>
            <a:ext cx="6781801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3D7337-C310-4B2B-BE2D-98E9D6EC0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565" y="685800"/>
            <a:ext cx="5409636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58989-8159-C3C5-D2EF-187DF051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000" y="1166884"/>
            <a:ext cx="4110197" cy="993581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chemeClr val="bg1">
                    <a:alpha val="60000"/>
                  </a:schemeClr>
                </a:solidFill>
              </a:rPr>
              <a:t>Your Media Hub Reimagined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0DCCA-C3C5-AE65-B4FC-2B496FBE5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001" y="2447337"/>
            <a:ext cx="4110198" cy="307548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GB" sz="2000" dirty="0">
                <a:solidFill>
                  <a:schemeClr val="bg1"/>
                </a:solidFill>
              </a:rPr>
              <a:t>Discover, organize, and rate your favourite media</a:t>
            </a:r>
          </a:p>
          <a:p>
            <a:pPr marL="0" indent="0" algn="ctr"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GB" sz="2000" dirty="0">
                <a:solidFill>
                  <a:schemeClr val="bg1"/>
                </a:solidFill>
              </a:rPr>
              <a:t>Seamless lists and tracking</a:t>
            </a:r>
          </a:p>
          <a:p>
            <a:pPr marL="0" indent="0" algn="ctr"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GB" sz="2000" dirty="0">
                <a:solidFill>
                  <a:schemeClr val="bg1"/>
                </a:solidFill>
              </a:rPr>
              <a:t>Sleek, user-friendly design</a:t>
            </a:r>
          </a:p>
          <a:p>
            <a:pPr marL="0" indent="0" algn="ctr">
              <a:buNone/>
            </a:pPr>
            <a:r>
              <a:rPr lang="en-GB" sz="2000" dirty="0">
                <a:solidFill>
                  <a:schemeClr val="bg1"/>
                </a:solidFill>
              </a:rPr>
              <a:t>Everything in one app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19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5C01129-3453-464D-A870-ED71C6E89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2781A6-5C82-4764-B489-F9A599C0A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8833" y="685800"/>
            <a:ext cx="5004061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42B9A95-D2FD-0A86-892E-28C4A08D669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0483" y="685795"/>
            <a:ext cx="2931299" cy="5486400"/>
          </a:xfrm>
          <a:prstGeom prst="rect">
            <a:avLst/>
          </a:prstGeom>
        </p:spPr>
      </p:pic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142449-0502-12CC-5DFB-4AAAEE2B7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7712" y="2732739"/>
            <a:ext cx="3976577" cy="308327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GB" sz="2000">
                <a:solidFill>
                  <a:schemeClr val="bg1"/>
                </a:solidFill>
              </a:rPr>
              <a:t>Quick sign in with email and password</a:t>
            </a:r>
          </a:p>
          <a:p>
            <a:pPr marL="0" indent="0" algn="ctr">
              <a:buNone/>
            </a:pPr>
            <a:endParaRPr lang="en-GB" sz="20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GB" sz="2000">
                <a:solidFill>
                  <a:schemeClr val="bg1"/>
                </a:solidFill>
              </a:rPr>
              <a:t>Easy sign up with a personal touch</a:t>
            </a:r>
          </a:p>
          <a:p>
            <a:pPr marL="0" indent="0" algn="ctr">
              <a:buNone/>
            </a:pPr>
            <a:endParaRPr lang="en-GB" sz="20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GB" sz="2000">
                <a:solidFill>
                  <a:schemeClr val="bg1"/>
                </a:solidFill>
              </a:rPr>
              <a:t>Pick your favourite genres to get tailored suggestions from the start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21" name="Picture 2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3EF3634-EEA8-6E71-50FB-6EF9E950976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8606117" y="685805"/>
            <a:ext cx="2905400" cy="548639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7D8754-3078-3718-1838-0092003A582E}"/>
              </a:ext>
            </a:extLst>
          </p:cNvPr>
          <p:cNvSpPr txBox="1"/>
          <p:nvPr/>
        </p:nvSpPr>
        <p:spPr>
          <a:xfrm>
            <a:off x="3048000" y="14476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 sz="2800" dirty="0">
                <a:solidFill>
                  <a:schemeClr val="bg1">
                    <a:alpha val="60000"/>
                  </a:schemeClr>
                </a:solidFill>
                <a:latin typeface="+mj-lt"/>
                <a:ea typeface="+mj-ea"/>
                <a:cs typeface="+mj-cs"/>
              </a:rPr>
              <a:t>Simple</a:t>
            </a:r>
            <a:r>
              <a:rPr lang="en-US" dirty="0"/>
              <a:t> </a:t>
            </a:r>
            <a:r>
              <a:rPr lang="en-US" sz="2800" dirty="0">
                <a:solidFill>
                  <a:schemeClr val="bg1">
                    <a:alpha val="60000"/>
                  </a:schemeClr>
                </a:solidFill>
                <a:latin typeface="+mj-lt"/>
                <a:ea typeface="+mj-ea"/>
                <a:cs typeface="+mj-cs"/>
              </a:rPr>
              <a:t>&amp; Personalized Sign In</a:t>
            </a:r>
          </a:p>
        </p:txBody>
      </p:sp>
    </p:spTree>
    <p:extLst>
      <p:ext uri="{BB962C8B-B14F-4D97-AF65-F5344CB8AC3E}">
        <p14:creationId xmlns:p14="http://schemas.microsoft.com/office/powerpoint/2010/main" val="119584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0366137-3DBB-4912-98D5-672702020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28D1CE-5BF4-45B7-8D6D-B31A3198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775791" cy="6857999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E2F37-E8C1-5953-A895-4315800A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26" y="685801"/>
            <a:ext cx="3228738" cy="15912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cap="none">
                <a:ln w="0"/>
                <a:solidFill>
                  <a:schemeClr val="bg1">
                    <a:alpha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Make It Yours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C7E92737-6080-783C-79FE-EEC1CA07E24D}"/>
              </a:ext>
            </a:extLst>
          </p:cNvPr>
          <p:cNvSpPr txBox="1">
            <a:spLocks/>
          </p:cNvSpPr>
          <p:nvPr/>
        </p:nvSpPr>
        <p:spPr>
          <a:xfrm>
            <a:off x="773526" y="2563907"/>
            <a:ext cx="3228738" cy="35444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/>
            <a:endParaRPr lang="en-US" sz="20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algn="ctr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Choose between light or dark mode</a:t>
            </a:r>
          </a:p>
          <a:p>
            <a:pPr marL="0" algn="ctr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Pick an accent color — it transforms everything</a:t>
            </a:r>
          </a:p>
          <a:p>
            <a:pPr marL="0" algn="ctr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Powered by Material 3 for a fully dynamic look</a:t>
            </a:r>
          </a:p>
        </p:txBody>
      </p:sp>
      <p:pic>
        <p:nvPicPr>
          <p:cNvPr id="5" name="Content Placeholder 4" descr="A screenshot of a device&#10;&#10;AI-generated content may be incorrect.">
            <a:extLst>
              <a:ext uri="{FF2B5EF4-FFF2-40B4-BE49-F238E27FC236}">
                <a16:creationId xmlns:a16="http://schemas.microsoft.com/office/drawing/2014/main" id="{659B4BBB-8C99-6881-5780-F7C88C9BF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8462" y="685802"/>
            <a:ext cx="2675943" cy="5486398"/>
          </a:xfrm>
          <a:prstGeom prst="rect">
            <a:avLst/>
          </a:prstGeom>
        </p:spPr>
      </p:pic>
      <p:pic>
        <p:nvPicPr>
          <p:cNvPr id="7" name="Picture 6" descr="A group of rectangular colored rectangular objects&#10;&#10;AI-generated content may be incorrect.">
            <a:extLst>
              <a:ext uri="{FF2B5EF4-FFF2-40B4-BE49-F238E27FC236}">
                <a16:creationId xmlns:a16="http://schemas.microsoft.com/office/drawing/2014/main" id="{C1EC4354-0408-651F-04BA-5CD92F08AB1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58383" y="685801"/>
            <a:ext cx="2676844" cy="5486400"/>
          </a:xfrm>
          <a:prstGeom prst="rect">
            <a:avLst/>
          </a:prstGeom>
        </p:spPr>
      </p:pic>
      <p:pic>
        <p:nvPicPr>
          <p:cNvPr id="22" name="Picture 21" descr="A screenshot of a phone&#10;&#10;AI-generated content may be incorrect.">
            <a:extLst>
              <a:ext uri="{FF2B5EF4-FFF2-40B4-BE49-F238E27FC236}">
                <a16:creationId xmlns:a16="http://schemas.microsoft.com/office/drawing/2014/main" id="{875DE5F9-3D9C-09D9-F565-D5C8C35478C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922" y="167342"/>
            <a:ext cx="3155182" cy="6523307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4" name="Picture 23" descr="A screenshot of a phone&#10;&#10;AI-generated content may be incorrect.">
            <a:extLst>
              <a:ext uri="{FF2B5EF4-FFF2-40B4-BE49-F238E27FC236}">
                <a16:creationId xmlns:a16="http://schemas.microsoft.com/office/drawing/2014/main" id="{3D03D439-8596-688C-71F7-C4204867FA0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922" y="167343"/>
            <a:ext cx="3155182" cy="6523307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5" name="Picture 24" descr="A screenshot of a phone&#10;&#10;AI-generated content may be incorrect.">
            <a:extLst>
              <a:ext uri="{FF2B5EF4-FFF2-40B4-BE49-F238E27FC236}">
                <a16:creationId xmlns:a16="http://schemas.microsoft.com/office/drawing/2014/main" id="{30A0F599-1A10-A576-C187-E5250F2FC43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922" y="167344"/>
            <a:ext cx="3155182" cy="6523307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6" name="Picture 25" descr="A screenshot of a phone&#10;&#10;AI-generated content may be incorrect.">
            <a:extLst>
              <a:ext uri="{FF2B5EF4-FFF2-40B4-BE49-F238E27FC236}">
                <a16:creationId xmlns:a16="http://schemas.microsoft.com/office/drawing/2014/main" id="{656ED5D6-1EB6-8E4A-8F29-7113A9234A1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922" y="167345"/>
            <a:ext cx="3155182" cy="6523309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92199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919A8364-458D-E47F-90AB-295F56B6F92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D27E4496-2291-AA89-7A4D-A71A3BB8E97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>
            <a:fillRect/>
          </a:stretch>
        </p:blipFill>
        <p:spPr>
          <a:xfrm>
            <a:off x="4184538" y="171716"/>
            <a:ext cx="3822924" cy="6514565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9AF311C2-63E0-292A-24D9-A9AED409408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88032" y="171716"/>
            <a:ext cx="3799007" cy="65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63D47387-1CCC-B080-78B1-79F1A2307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5621" y="339266"/>
            <a:ext cx="2780758" cy="6179463"/>
          </a:xfrm>
        </p:spPr>
      </p:pic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1CA5D55-2312-65FD-FAF5-456528B079D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6598" y="339265"/>
            <a:ext cx="2780758" cy="6179463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F2025B5A-2E84-6CCA-99AC-31F083833A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644" y="339268"/>
            <a:ext cx="2780758" cy="6179463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1EFD5AA5-5F48-AC20-4E46-83FB6E2C661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5621" y="339266"/>
            <a:ext cx="2780758" cy="617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2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781A3CC-0D0F-4E0F-9BF9-387F6BC7C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763" y="0"/>
            <a:ext cx="3086100" cy="6858000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AA3E31E5-DFF8-BBD3-7B5B-FBDD4715B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9137" y="0"/>
            <a:ext cx="3086100" cy="6858000"/>
          </a:xfrm>
          <a:prstGeom prst="rect">
            <a:avLst/>
          </a:prstGeom>
        </p:spPr>
      </p:pic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ECECD46-FF22-ABF0-9AF6-CB5AEF2D88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200" y="0"/>
            <a:ext cx="3086100" cy="6858000"/>
          </a:xfrm>
          <a:prstGeom prst="rect">
            <a:avLst/>
          </a:prstGeom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D7F83DF-308E-D541-A49B-58874A0905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900" y="0"/>
            <a:ext cx="3086100" cy="6858000"/>
          </a:xfrm>
          <a:prstGeom prst="rect">
            <a:avLst/>
          </a:prstGeom>
        </p:spPr>
      </p:pic>
      <p:pic>
        <p:nvPicPr>
          <p:cNvPr id="13" name="Picture 1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59880BB-EA95-C14F-14EB-DBCD06FB20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0"/>
            <a:ext cx="30861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94C6CB-75FD-23C6-FF1B-C86C75B46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82100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0E9ABC99-3B0A-EC22-6409-44373EDD1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0574" y="71797"/>
            <a:ext cx="3021481" cy="6714403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A0680BBC-99CF-80E3-E2B5-EBED61CA8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9947" y="71797"/>
            <a:ext cx="3021481" cy="671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1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B363E9F-5EEF-4AC0-6AAB-DFE0F9311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7918" y="277707"/>
            <a:ext cx="2836164" cy="6302590"/>
          </a:xfrm>
        </p:spPr>
      </p:pic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A68A021-F19A-3E9E-B9E2-98C10DF7627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8169" y="277707"/>
            <a:ext cx="2836164" cy="6302586"/>
          </a:xfrm>
          <a:prstGeom prst="rect">
            <a:avLst/>
          </a:prstGeom>
        </p:spPr>
      </p:pic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569E3F1-8E55-6CA6-D858-2714386FCC0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667" y="277707"/>
            <a:ext cx="2836164" cy="6302586"/>
          </a:xfrm>
          <a:prstGeom prst="rect">
            <a:avLst/>
          </a:prstGeom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8FE2A447-9177-BD71-D358-E5C7B4348F3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7919" y="277703"/>
            <a:ext cx="2836164" cy="630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527CD16A-2FFA-E442-8227-F03D6D41D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7256" y="0"/>
            <a:ext cx="3086100" cy="6858000"/>
          </a:xfrm>
        </p:spPr>
      </p:pic>
      <p:pic>
        <p:nvPicPr>
          <p:cNvPr id="7" name="Picture 6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B1F59D94-B99B-A964-B138-600695E7A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326" y="0"/>
            <a:ext cx="3086100" cy="6858000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B10379F0-74D7-6F5B-E88A-7A90A05E6A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7256" y="0"/>
            <a:ext cx="3086100" cy="6858000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493E9579-9254-3A4F-AA90-057075FA74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0186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0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CC8CB-071F-750A-58C6-A75278AF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>
                <a:ln w="28575" cmpd="sng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Tech Stack &amp; Challenges</a:t>
            </a:r>
          </a:p>
        </p:txBody>
      </p:sp>
      <p:sp>
        <p:nvSpPr>
          <p:cNvPr id="56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3A0140E4-2E69-E69F-DE49-D26EE60B0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941306"/>
              </p:ext>
            </p:extLst>
          </p:nvPr>
        </p:nvGraphicFramePr>
        <p:xfrm>
          <a:off x="838200" y="2004446"/>
          <a:ext cx="105156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992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3ACC0-6049-1597-ED43-E032F4CB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b="1">
                <a:ln w="19050" cmpd="sng">
                  <a:solidFill>
                    <a:schemeClr val="tx1"/>
                  </a:solidFill>
                </a:ln>
              </a:rPr>
              <a:t>What’s Next?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7DCE35-FE5B-7598-3B36-B5666BBB7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614292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060311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mask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187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Bookman Old Style</vt:lpstr>
      <vt:lpstr>Rockwell</vt:lpstr>
      <vt:lpstr>Office Theme</vt:lpstr>
      <vt:lpstr>Damask</vt:lpstr>
      <vt:lpstr>1_Office Theme</vt:lpstr>
      <vt:lpstr>OmniRate</vt:lpstr>
      <vt:lpstr>Your Media Hub Reimagined</vt:lpstr>
      <vt:lpstr>PowerPoint Presentation</vt:lpstr>
      <vt:lpstr>Make It Yours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 Stack &amp; Challenges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Kareem Nashef</dc:creator>
  <cp:lastModifiedBy>Kareem Nashef</cp:lastModifiedBy>
  <cp:revision>11</cp:revision>
  <dcterms:created xsi:type="dcterms:W3CDTF">2025-06-08T16:10:32Z</dcterms:created>
  <dcterms:modified xsi:type="dcterms:W3CDTF">2025-06-08T18:29:28Z</dcterms:modified>
</cp:coreProperties>
</file>